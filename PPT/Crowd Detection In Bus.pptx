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74320"/>
            <a:ext cx="5943600" cy="1111405"/>
          </a:xfrm>
          <a:prstGeom prst="rect">
            <a:avLst/>
          </a:prstGeom>
        </p:spPr>
      </p:pic>
      <p:pic>
        <p:nvPicPr>
          <p:cNvPr id="3" name="Image 1" descr="/home/claude/img/ic_camera_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7088"/>
            <a:ext cx="502920" cy="474980"/>
          </a:xfrm>
          <a:prstGeom prst="rect">
            <a:avLst/>
          </a:prstGeom>
        </p:spPr>
      </p:pic>
      <p:pic>
        <p:nvPicPr>
          <p:cNvPr id="4" name="Image 2" descr="/home/claude/img/ic_bus_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874520"/>
            <a:ext cx="566928" cy="438081"/>
          </a:xfrm>
          <a:prstGeom prst="rect">
            <a:avLst/>
          </a:prstGeom>
        </p:spPr>
      </p:pic>
      <p:pic>
        <p:nvPicPr>
          <p:cNvPr id="5" name="Image 3" descr="/home/claude/img/ic_cycle_h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017520"/>
            <a:ext cx="1005840" cy="100584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80160" y="17373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DETECTION IN A BUS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PASSENGER DETECTION &amp; COUNTING USING YOLO OBJECT DETECTION</a:t>
            </a:r>
            <a:endParaRPr lang="en-US" sz="2000" dirty="0"/>
          </a:p>
        </p:txBody>
      </p:sp>
      <p:sp>
        <p:nvSpPr>
          <p:cNvPr id="7" name="Text 1"/>
          <p:cNvSpPr txBox="1"/>
          <p:nvPr/>
        </p:nvSpPr>
        <p:spPr>
          <a:xfrm>
            <a:off x="777240" y="310896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i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Dharan C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 X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S</a:t>
            </a:r>
            <a:endParaRPr lang="en-US" sz="1600" dirty="0"/>
          </a:p>
        </p:txBody>
      </p:sp>
      <p:sp>
        <p:nvSpPr>
          <p:cNvPr id="8" name="Text 2"/>
          <p:cNvSpPr txBox="1"/>
          <p:nvPr/>
        </p:nvSpPr>
        <p:spPr>
          <a:xfrm>
            <a:off x="5257800" y="310896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i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Divya Bairavi, M.E., (Ph.D)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(AI &amp; ML)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3429000"/>
          </a:xfrm>
          <a:prstGeom prst="roundRect">
            <a:avLst>
              <a:gd name="adj" fmla="val 266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often get overcrowded, making travel uncomfortable and unsafe. This project builds a system that detects how crowded a bus is using photos.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inside the bus captures a photo at regular intervals, and a YOLOv8 model (running on a Raspberry Pi) counts the passengers. Based on this count, the system classifies the crowd level as low, medium, or high.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shown on a dashboard so authorities and passengers know how crowded a bus is — even before it arrives at the stop.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is fast, accurate, and light enough for a low-cost device. Using photos instead of continuous video also reduces processing load.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can't judge how crowded a bus is until it actually arrives at the stop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 it's too late to plan around it — wait for the next bus, or squeeze in anyway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authorities have no live, low-cost way to monitor crowding across a fleet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counting methods are either inaccurate (manual, basic sensors) or expensive (dedicated APC hardware)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an in-bus camera + a lightweight YOLO model checks crowd level at every stop, automatically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is pushed to a live dashboard — visible to commuters and to authorities planning routes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affordable enough for an entire fleet, not just a pilot batch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Image 0" descr="/home/claude/img/arch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25880"/>
            <a:ext cx="6675120" cy="3202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spans IoT sensors, classical CV, and YOLO/CNN-based crowd detection — informing the choice of a lightweight edge model.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234440"/>
                <a:gridCol w="283464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Ahmed, I.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crowd monitoring via SSD + MobileNetV2 (transfer learning)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a lightweight detector on constrained hardware is viable for real IoT deployments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Wang, S.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CNN (modified MobileNetV2) for crowd density estimation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choosing a lightweight model family (YOLOv8 nano) for our Pi-based edge device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Khan, M.A.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LCDnet — lightweight real-time crowd density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real-time, low-cost density estimation similar to our threshold-based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Zhang, X.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density mapping &amp; classification via video + GIS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Precedent for turning raw counts into density classes, as our Low / Medium / High labels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Qaraqe, M.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PublicVision — secure surveillance using a Swin Transformer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 the need for a secured backend / API, shaping our Flask authentication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Arun, D.R.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YOLO-GHOST — IoT-based smart crowd monitoring (camera + cloud dashboard)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existing system; we trade its continuous-video + cloud pipeline for periodic photo capture on a ₹2,700 Pi per bus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148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TAKEAWAY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systems prove YOLO-based detection and IoT dashboards work separately — this project combines both on the cheapest possible edge hardware, per bus.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Research Gap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Application-specific: public transport crowd systems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show IoT, deep learning, and WLAN-enabled mobile devices used together to estimate passenger counts and predict bus location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a multi-sensor design — combining GPS with vision-based detection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20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Non-visual sensor systems (IR / WiFi) lack crowd-distribution detail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density-estimation CNNs are unsuitable for low-cost edge hardware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work stops at detection/counting accuracy — no live, commuter-facing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657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YOLO-based head/person detector on edge hardware (Raspberry Pi), combined with GPS and threshold-based Low / Medium / High classification, pushed live to a commuter dashboard — balancing accuracy, cost, and real-time feasibility.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91840"/>
          </a:xfrm>
          <a:prstGeom prst="roundRect">
            <a:avLst>
              <a:gd name="adj" fmla="val 277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WHAT'S OUT THERE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7498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WiFi sensors: give occupancy counts only, no visual validation or distribution detail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CV methods: struggle with lighting, occlusion, and perspective distortion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YOLO / density-map CNNs: accurate, but too resource-intensive for low-cost edge hardware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stop at detection or counting — no live, commuter-facing crowd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Depth-sensor or multi-camera setups push up hardware cost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system is both real-time and cheap enough for a whole fleet, not just a pilot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HERE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7498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YOLOv8 nano detector, tuned specifically for in-bus scenes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a low-cost Raspberry Pi Zero 2 W — no cloud dependency for inference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passenger count into a Low / Medium / High crowd classification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live status to a commuter-facing dashboard, in addition to authorities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depth sensors, WiFi rigs, or multi-camera setups — a single camera is enough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hardware cost ≈ ₹2,700 per bus — affordable across an entire fleet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HARDWARE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Module — ₹350</a:t>
            </a:r>
            <a:endParaRPr lang="en-US" sz="14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OV2640 / low-cost USB camera for photo capture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Unit — ₹1,500</a:t>
            </a:r>
            <a:endParaRPr lang="en-US" sz="14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Zero 2 W, runs YOLO inference on-device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Trigger — ₹150</a:t>
            </a:r>
            <a:endParaRPr lang="en-US" sz="14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ultrasonic sensor signals a photo capture at each stop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Card — ₹300</a:t>
            </a:r>
            <a:endParaRPr lang="en-US" sz="14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16GB Class 10, stores OS, model weights &amp; photos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— ₹150</a:t>
            </a:r>
            <a:endParaRPr lang="en-US" sz="14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12V→5V buck converter, powered off the bus 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— ₹250</a:t>
            </a:r>
            <a:endParaRPr lang="en-US" sz="14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/ acrylic housing to protect the camera &amp; 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463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 COST / BUS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₹2,700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the cost of a dedicated Automatic Passenger Counter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Specification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/ YOLOv8 nano (Ultralytics) for real-time object detection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80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for model inference and system logic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77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Library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for photo capture and pre-processing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377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serving the REST API for detection results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74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SQLite for count and crowd-status records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3474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474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OS for on-device deployment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ultrasonic sensor detects the bus arriving at a stop and triggers a capture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4173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In-bus camera takes a photo of the passenger area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4173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runs on the Raspberry Pi to detect and count passengers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1089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count is mapped to a Low / Medium / High crowd threshold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1089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is verified by the Flask API and stored in the SQL database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1089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queries the latest record and refreshes crowd status for commuters and authorities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 setup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model setup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 and counting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integration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dashboard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Crowd-level classification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82496" y="409194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38528" y="38404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8528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72384" y="409194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28416" y="38404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8416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62272" y="409194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18304" y="38404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18304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409194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38404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08192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42048" y="409194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98080" y="38404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 Person Detection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is used for real-time object detection.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identifies person objects in the input frame.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are drawn around detected people.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detected persons are counted.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is used for crowd-level classification.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Frame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33472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Boxes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47104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03136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03136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Count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/home/claude/img/x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88720"/>
            <a:ext cx="6217920" cy="347874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Camera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is used to capture the live camera feed.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prototype uses the laptop webcam for testing.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frames are continuously captured.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processes the frames to detect people.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result is displayed as a live video.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33472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Video Capture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47104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03136" y="393192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03136" y="393192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Web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provides the web interface for the detection system.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displays the live camera feed.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count and crowd level are updated automatically.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routes: /, /video_feed and /status.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interface for viewing results.</a:t>
            </a:r>
            <a:endParaRPr lang="en-US" sz="1400" dirty="0"/>
          </a:p>
        </p:txBody>
      </p:sp>
      <p:pic>
        <p:nvPicPr>
          <p:cNvPr id="6" name="Image 0" descr="/home/claude/img/dash_med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80160"/>
            <a:ext cx="4251960" cy="2394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48640" y="411480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11480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77440" y="436626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33472" y="411480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33472" y="411480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62272" y="436626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18304" y="411480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18304" y="411480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47104" y="436626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03136" y="4114800"/>
            <a:ext cx="1792224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03136" y="4114800"/>
            <a:ext cx="179222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Level Classification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detected passenger count is converted into a crowd level.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0–30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31–55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331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or more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detected count of 40 is classified as MEDIUM.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model successfully loaded and tested.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 and counting were implemented.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feed was successfully tested.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dashboard was implemented.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count and crowd level are displayed on the webpage.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97764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0474" y="422910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16506" y="397764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6506" y="397764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28339" y="422910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4371" y="397764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84371" y="397764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96205" y="422910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52237" y="397764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52237" y="397764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64070" y="422910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0102" y="397764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0102" y="397764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Implementation Stage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camera to Raspberry Pi Zero 2 W.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YOLOv8 model on the Raspberry Pi.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system with an actual bus camera view.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crowd-level thresholds for the bus environment.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live dashboard for monitoring.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93192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Camera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0474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16506" y="393192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16506" y="393192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28339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4371" y="393192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84371" y="393192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96205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52237" y="393192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52237" y="393192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64070" y="4183380"/>
            <a:ext cx="219456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0102" y="3931920"/>
            <a:ext cx="1375258" cy="502920"/>
          </a:xfrm>
          <a:prstGeom prst="roundRect">
            <a:avLst>
              <a:gd name="adj" fmla="val 14545"/>
            </a:avLst>
          </a:prstGeom>
          <a:solidFill>
            <a:srgbClr val="EAF1F7"/>
          </a:solidFill>
          <a:ln w="12700">
            <a:solidFill>
              <a:srgbClr val="2E7D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0102" y="3931920"/>
            <a:ext cx="137525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AUGUST  ·  WEEKS 1–8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Gantt Chart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697480" cy="27432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1188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7477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7477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4914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914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2351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351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1188720"/>
            <a:ext cx="2697480" cy="27432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1188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7225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225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662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4662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2099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2099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11887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1700784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170078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 Planning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2002536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20025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2304288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23042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System Design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2606040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2606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Setup &amp; Dataset Preparation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2907792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290779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 Implementation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209544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32095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Integration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511296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35112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Dashboard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3813048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813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Crowd Classification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114800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41148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Documentation &amp; Review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7477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4914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2351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9788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7225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4662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2099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1764792"/>
            <a:ext cx="395478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94860" y="2066544"/>
            <a:ext cx="395478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2340" y="2368296"/>
            <a:ext cx="125730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66710" y="2670048"/>
            <a:ext cx="58293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450799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4400" y="4462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project activity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– OCTOBER  ·  WEEKS 9–16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Gantt Chart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Detection in a Bus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697480" cy="27432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1188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7477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7477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4914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914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2351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351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1188720"/>
            <a:ext cx="2697480" cy="27432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1188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9788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7225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225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662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4662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20990" y="1463040"/>
            <a:ext cx="674370" cy="237744"/>
          </a:xfrm>
          <a:prstGeom prst="rect">
            <a:avLst/>
          </a:prstGeom>
          <a:solidFill>
            <a:srgbClr val="EAF1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20990" y="1463040"/>
            <a:ext cx="674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11887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1700784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170078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 Planning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2002536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20025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2304288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23042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System Design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2606040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2606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Setup &amp; Dataset Preparation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2907792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290779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 Implementation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209544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32095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Integration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511296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35112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Dashboard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3813048"/>
            <a:ext cx="8046720" cy="301752"/>
          </a:xfrm>
          <a:prstGeom prst="rect">
            <a:avLst/>
          </a:prstGeom>
          <a:solidFill>
            <a:srgbClr val="F4F6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813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Crowd Classification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114800"/>
            <a:ext cx="8046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41148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Documentation &amp; Review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7477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4914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2351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9788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7225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4662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2099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0" y="1463040"/>
            <a:ext cx="0" cy="2953512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2368296"/>
            <a:ext cx="193167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46120" y="2670048"/>
            <a:ext cx="260604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94860" y="2971800"/>
            <a:ext cx="260604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0" y="3273552"/>
            <a:ext cx="125730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0" y="3575304"/>
            <a:ext cx="193167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17970" y="3877056"/>
            <a:ext cx="193167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2340" y="4178808"/>
            <a:ext cx="1257300" cy="173736"/>
          </a:xfrm>
          <a:prstGeom prst="roundRect">
            <a:avLst>
              <a:gd name="adj" fmla="val 31579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507992"/>
            <a:ext cx="274320" cy="146304"/>
          </a:xfrm>
          <a:prstGeom prst="roundRect">
            <a:avLst>
              <a:gd name="adj" fmla="val 25000"/>
            </a:avLst>
          </a:prstGeom>
          <a:solidFill>
            <a:srgbClr val="1F5C9C"/>
          </a:solidFill>
          <a:ln w="12700">
            <a:solidFill>
              <a:srgbClr val="1F5C9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14400" y="4462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project activity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on public buses affects passenger comfort, safety, and transit efficiency. This project built a real-time crowd detection system using a camera and YOLOv8 nano, designed for a low-cost Raspberry Pi Zero 2 W.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captured at regular intervals are processed on-device to count passengers and classify crowd levels as low, medium, or high, with results pushed through a Flask backend to a live dashboard for commuters and authorities.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photo capture instead of continuous video keeps processing light for embedded hardware while still delivering timely updates — affordable and practical across an entire fleet, not just a pilot batch.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camera setup with a lightweight deep learning model can meaningfully improve route planning and passenger experience — a scalable foundation for smarter, data-driven public transportation.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 Detection in a Bus</dc:title>
  <dc:subject>PptxGenJS Presentation</dc:subject>
  <dc:creator>PptxGenJS</dc:creator>
  <cp:lastModifiedBy>PptxGenJS</cp:lastModifiedBy>
  <cp:revision>1</cp:revision>
  <dcterms:created xsi:type="dcterms:W3CDTF">2026-09-29T04:53:06Z</dcterms:created>
  <dcterms:modified xsi:type="dcterms:W3CDTF">2026-09-29T04:53:06Z</dcterms:modified>
</cp:coreProperties>
</file>