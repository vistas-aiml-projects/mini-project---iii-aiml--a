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77" r:id="rId3"/>
    <p:sldId id="257" r:id="rId4"/>
    <p:sldId id="269" r:id="rId5"/>
    <p:sldId id="259" r:id="rId6"/>
    <p:sldId id="278" r:id="rId7"/>
    <p:sldId id="260" r:id="rId8"/>
    <p:sldId id="261" r:id="rId9"/>
    <p:sldId id="270" r:id="rId10"/>
    <p:sldId id="262" r:id="rId11"/>
    <p:sldId id="263" r:id="rId12"/>
    <p:sldId id="271" r:id="rId13"/>
    <p:sldId id="276" r:id="rId14"/>
    <p:sldId id="272" r:id="rId15"/>
    <p:sldId id="273" r:id="rId16"/>
    <p:sldId id="280" r:id="rId17"/>
    <p:sldId id="274" r:id="rId18"/>
    <p:sldId id="275" r:id="rId19"/>
    <p:sldId id="264" r:id="rId20"/>
    <p:sldId id="267" r:id="rId21"/>
    <p:sldId id="281" r:id="rId22"/>
    <p:sldId id="268" r:id="rId23"/>
  </p:sldIdLst>
  <p:sldSz cx="18288000" cy="10287000"/>
  <p:notesSz cx="6858000" cy="9144000"/>
  <p:embeddedFontLst>
    <p:embeddedFont>
      <p:font typeface="Canva Sans" panose="020B0503030501040103" pitchFamily="34" charset="0"/>
      <p:regular r:id="rId24"/>
    </p:embeddedFont>
    <p:embeddedFont>
      <p:font typeface="Canva Sans Bold" panose="020B0803030501040103"/>
      <p:bold r:id="rId25"/>
    </p:embeddedFont>
    <p:embeddedFont>
      <p:font typeface="ITC Benguiat Medium" panose="02030704050306020704" pitchFamily="18" charset="0"/>
      <p:regular r:id="rId26"/>
    </p:embeddedFont>
    <p:embeddedFont>
      <p:font typeface="Lora" pitchFamily="2" charset="0"/>
      <p:regular r:id="rId27"/>
      <p:bold r:id="rId28"/>
      <p:italic r:id="rId29"/>
      <p:boldItalic r:id="rId30"/>
    </p:embeddedFont>
    <p:embeddedFont>
      <p:font typeface="Lora Bold" panose="00000800000000000000"/>
      <p:bold r:id="rId31"/>
    </p:embeddedFont>
    <p:embeddedFont>
      <p:font typeface="Neue Haas Grotesk Text Pro" panose="020B0504020202020204" pitchFamily="34" charset="0"/>
      <p:regular r:id="rId32"/>
      <p:bold r:id="rId33"/>
      <p:italic r:id="rId34"/>
      <p:boldItalic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showGuides="1">
      <p:cViewPr>
        <p:scale>
          <a:sx n="66" d="100"/>
          <a:sy n="66" d="100"/>
        </p:scale>
        <p:origin x="38" y="-25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font" Target="fonts/font3.fntdata" /><Relationship Id="rId39" Type="http://schemas.openxmlformats.org/officeDocument/2006/relationships/tableStyles" Target="tableStyles.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font" Target="fonts/font11.fntdata"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font" Target="fonts/font2.fntdata" /><Relationship Id="rId33" Type="http://schemas.openxmlformats.org/officeDocument/2006/relationships/font" Target="fonts/font10.fntdata" /><Relationship Id="rId38"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font" Target="fonts/font6.fntdata"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font" Target="fonts/font1.fntdata" /><Relationship Id="rId32" Type="http://schemas.openxmlformats.org/officeDocument/2006/relationships/font" Target="fonts/font9.fntdata" /><Relationship Id="rId37" Type="http://schemas.openxmlformats.org/officeDocument/2006/relationships/viewProps" Target="view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font" Target="fonts/font5.fntdata" /><Relationship Id="rId36" Type="http://schemas.openxmlformats.org/officeDocument/2006/relationships/presProps" Target="presProps.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font" Target="fonts/font8.fntdata"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font" Target="fonts/font4.fntdata" /><Relationship Id="rId30" Type="http://schemas.openxmlformats.org/officeDocument/2006/relationships/font" Target="fonts/font7.fntdata" /><Relationship Id="rId35" Type="http://schemas.openxmlformats.org/officeDocument/2006/relationships/font" Target="fonts/font12.fntdata" /></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svg" /><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svg" /><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eg" /><Relationship Id="rId1" Type="http://schemas.openxmlformats.org/officeDocument/2006/relationships/slideMaster" Target="../slideMasters/slideMaster1.xml" /></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Master" Target="../slideMasters/slideMaster1.xml" /></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svg" /><Relationship Id="rId1" Type="http://schemas.openxmlformats.org/officeDocument/2006/relationships/slideMaster" Target="../slideMasters/slideMaster1.xml" /></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svg" /><Relationship Id="rId1" Type="http://schemas.openxmlformats.org/officeDocument/2006/relationships/slideMaster" Target="../slideMasters/slideMaster1.xml" /></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 /><Relationship Id="rId1" Type="http://schemas.openxmlformats.org/officeDocument/2006/relationships/slideMaster" Target="../slideMasters/slideMaster1.xml" /></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7408886"/>
            <a:ext cx="8847945" cy="720560"/>
          </a:xfrm>
        </p:spPr>
        <p:txBody>
          <a:bodyPr vert="horz" lIns="91440" tIns="45720" rIns="91440" bIns="45720" rtlCol="0" anchor="t">
            <a:normAutofit/>
          </a:bodyPr>
          <a:lstStyle>
            <a:lvl1pPr>
              <a:defRPr lang="en-US" dirty="0"/>
            </a:lvl1pPr>
          </a:lstStyle>
          <a:p>
            <a:pPr lvl="0"/>
            <a:r>
              <a:rPr lang="en-US"/>
              <a:t>Click to edit Master subtitle style</a:t>
            </a:r>
            <a:endParaRPr lang="en-US" dirty="0"/>
          </a:p>
        </p:txBody>
      </p:sp>
      <p:sp>
        <p:nvSpPr>
          <p:cNvPr id="6" name="Picture Placeholder 10"/>
          <p:cNvSpPr>
            <a:spLocks noGrp="1"/>
          </p:cNvSpPr>
          <p:nvPr>
            <p:ph type="pic" sz="quarter" idx="13" hasCustomPrompt="1"/>
          </p:nvPr>
        </p:nvSpPr>
        <p:spPr>
          <a:xfrm>
            <a:off x="0" y="-2"/>
            <a:ext cx="18288000" cy="7176054"/>
          </a:xfrm>
          <a:blipFill>
            <a:blip r:embed="rId2">
              <a:alphaModFix amt="70000"/>
            </a:blip>
            <a:stretch>
              <a:fillRect/>
            </a:stretch>
          </a:blipFill>
        </p:spPr>
        <p:txBody>
          <a:bodyPr/>
          <a:lstStyle>
            <a:lvl1pPr>
              <a:defRPr/>
            </a:lvl1pPr>
          </a:lstStyle>
          <a:p>
            <a:r>
              <a:rPr lang="en-US" dirty="0"/>
              <a:t> </a:t>
            </a:r>
          </a:p>
        </p:txBody>
      </p:sp>
      <p:sp>
        <p:nvSpPr>
          <p:cNvPr id="5" name="Footer Placeholder 4"/>
          <p:cNvSpPr>
            <a:spLocks noGrp="1"/>
          </p:cNvSpPr>
          <p:nvPr>
            <p:ph type="ftr" sz="quarter" idx="15"/>
          </p:nvPr>
        </p:nvSpPr>
        <p:spPr>
          <a:xfrm>
            <a:off x="9308891" y="7409573"/>
            <a:ext cx="6630047" cy="719187"/>
          </a:xfrm>
        </p:spPr>
        <p:txBody>
          <a:bodyPr anchor="t"/>
          <a:lstStyle>
            <a:lvl1pPr>
              <a:defRPr sz="2100"/>
            </a:lvl1pPr>
          </a:lstStyle>
          <a:p>
            <a:endParaRPr lang="en-US"/>
          </a:p>
        </p:txBody>
      </p:sp>
      <p:sp>
        <p:nvSpPr>
          <p:cNvPr id="8" name="Slide Number Placeholder 7"/>
          <p:cNvSpPr>
            <a:spLocks noGrp="1"/>
          </p:cNvSpPr>
          <p:nvPr>
            <p:ph type="sldNum" sz="quarter" idx="16"/>
          </p:nvPr>
        </p:nvSpPr>
        <p:spPr>
          <a:xfrm>
            <a:off x="17644189" y="7408886"/>
            <a:ext cx="643811" cy="547688"/>
          </a:xfrm>
        </p:spPr>
        <p:txBody>
          <a:bodyPr/>
          <a:lstStyle/>
          <a:p>
            <a:fld id="{B6F15528-21DE-4FAA-801E-634DDDAF4B2B}" type="slidenum">
              <a:rPr lang="en-US" smtClean="0"/>
              <a:t>‹#›</a:t>
            </a:fld>
            <a:endParaRPr lang="en-US"/>
          </a:p>
        </p:txBody>
      </p:sp>
      <p:pic>
        <p:nvPicPr>
          <p:cNvPr id="12" name="Graphic 11"/>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654553" y="8810136"/>
            <a:ext cx="1508760" cy="1508760"/>
          </a:xfrm>
          <a:prstGeom prst="rect">
            <a:avLst/>
          </a:prstGeom>
        </p:spPr>
      </p:pic>
      <p:sp>
        <p:nvSpPr>
          <p:cNvPr id="4" name="Title 3"/>
          <p:cNvSpPr>
            <a:spLocks noGrp="1"/>
          </p:cNvSpPr>
          <p:nvPr>
            <p:ph type="title"/>
          </p:nvPr>
        </p:nvSpPr>
        <p:spPr>
          <a:xfrm>
            <a:off x="-29771" y="8578304"/>
            <a:ext cx="8874252" cy="1714500"/>
          </a:xfrm>
        </p:spPr>
        <p:txBody>
          <a:bodyPr anchor="b">
            <a:normAutofit/>
          </a:bodyPr>
          <a:lstStyle>
            <a:lvl1pPr>
              <a:lnSpc>
                <a:spcPct val="60000"/>
              </a:lnSpc>
              <a:defRPr sz="7800"/>
            </a:lvl1pPr>
          </a:lstStyle>
          <a:p>
            <a:r>
              <a:rPr lang="en-US"/>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8" name="Title 1"/>
          <p:cNvSpPr>
            <a:spLocks noGrp="1"/>
          </p:cNvSpPr>
          <p:nvPr>
            <p:ph type="title"/>
          </p:nvPr>
        </p:nvSpPr>
        <p:spPr>
          <a:xfrm>
            <a:off x="774374" y="1518263"/>
            <a:ext cx="16669512" cy="1274690"/>
          </a:xfrm>
        </p:spPr>
        <p:txBody>
          <a:bodyPr/>
          <a:lstStyle/>
          <a:p>
            <a:r>
              <a:rPr lang="en-US"/>
              <a:t>Click to edit Master title style</a:t>
            </a:r>
            <a:endParaRPr lang="en-US" dirty="0"/>
          </a:p>
        </p:txBody>
      </p:sp>
      <p:sp>
        <p:nvSpPr>
          <p:cNvPr id="7" name="Footer Placeholder 6"/>
          <p:cNvSpPr>
            <a:spLocks noGrp="1"/>
          </p:cNvSpPr>
          <p:nvPr>
            <p:ph type="ftr" sz="quarter" idx="11"/>
          </p:nvPr>
        </p:nvSpPr>
        <p:spPr>
          <a:xfrm>
            <a:off x="813563" y="165547"/>
            <a:ext cx="7915278" cy="547688"/>
          </a:xfrm>
        </p:spPr>
        <p:txBody>
          <a:bodyPr/>
          <a:lstStyle/>
          <a:p>
            <a:endParaRPr lang="en-US"/>
          </a:p>
        </p:txBody>
      </p:sp>
      <p:sp>
        <p:nvSpPr>
          <p:cNvPr id="2" name="Date Placeholder 1"/>
          <p:cNvSpPr>
            <a:spLocks noGrp="1"/>
          </p:cNvSpPr>
          <p:nvPr>
            <p:ph type="dt" sz="half" idx="10"/>
          </p:nvPr>
        </p:nvSpPr>
        <p:spPr/>
        <p:txBody>
          <a:bodyPr/>
          <a:lstStyle/>
          <a:p>
            <a:fld id="{1D8BD707-D9CF-40AE-B4C6-C98DA3205C09}" type="datetimeFigureOut">
              <a:rPr lang="en-US" smtClean="0"/>
              <a:t>10/29/2026</a:t>
            </a:fld>
            <a:endParaRPr lang="en-US"/>
          </a:p>
        </p:txBody>
      </p:sp>
      <p:sp>
        <p:nvSpPr>
          <p:cNvPr id="9" name="Slide Number Placeholder 8"/>
          <p:cNvSpPr>
            <a:spLocks noGrp="1"/>
          </p:cNvSpPr>
          <p:nvPr>
            <p:ph type="sldNum" sz="quarter" idx="12"/>
          </p:nvPr>
        </p:nvSpPr>
        <p:spPr>
          <a:xfrm>
            <a:off x="16685939" y="156974"/>
            <a:ext cx="643811" cy="547688"/>
          </a:xfrm>
        </p:spPr>
        <p:txBody>
          <a:bodyPr/>
          <a:lstStyle/>
          <a:p>
            <a:fld id="{B6F15528-21DE-4FAA-801E-634DDDAF4B2B}" type="slidenum">
              <a:rPr lang="en-US" smtClean="0"/>
              <a:t>‹#›</a:t>
            </a:fld>
            <a:endParaRPr lang="en-US"/>
          </a:p>
        </p:txBody>
      </p:sp>
      <p:sp>
        <p:nvSpPr>
          <p:cNvPr id="3" name="Content Placeholder 2"/>
          <p:cNvSpPr>
            <a:spLocks noGrp="1"/>
          </p:cNvSpPr>
          <p:nvPr>
            <p:ph idx="1"/>
          </p:nvPr>
        </p:nvSpPr>
        <p:spPr>
          <a:xfrm>
            <a:off x="809244" y="3173313"/>
            <a:ext cx="16520505" cy="66772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8185821"/>
            <a:ext cx="6309360" cy="2071116"/>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sp>
        <p:nvSpPr>
          <p:cNvPr id="11" name="Picture Placeholder 10"/>
          <p:cNvSpPr>
            <a:spLocks noGrp="1"/>
          </p:cNvSpPr>
          <p:nvPr>
            <p:ph type="pic" sz="quarter" idx="13" hasCustomPrompt="1"/>
          </p:nvPr>
        </p:nvSpPr>
        <p:spPr>
          <a:xfrm>
            <a:off x="9144000" y="0"/>
            <a:ext cx="9144000" cy="10287000"/>
          </a:xfrm>
          <a:blipFill>
            <a:blip r:embed="rId2">
              <a:alphaModFix amt="70000"/>
            </a:blip>
            <a:stretch>
              <a:fillRect/>
            </a:stretch>
          </a:blipFill>
        </p:spPr>
        <p:txBody>
          <a:bodyPr/>
          <a:lstStyle>
            <a:lvl1pPr>
              <a:defRPr/>
            </a:lvl1pPr>
          </a:lstStyle>
          <a:p>
            <a:r>
              <a:rPr lang="en-US" dirty="0"/>
              <a:t> </a:t>
            </a:r>
          </a:p>
        </p:txBody>
      </p:sp>
      <p:sp>
        <p:nvSpPr>
          <p:cNvPr id="4" name="Title 3"/>
          <p:cNvSpPr>
            <a:spLocks noGrp="1"/>
          </p:cNvSpPr>
          <p:nvPr>
            <p:ph type="title"/>
          </p:nvPr>
        </p:nvSpPr>
        <p:spPr>
          <a:xfrm>
            <a:off x="-27432" y="121935"/>
            <a:ext cx="6981444" cy="5609844"/>
          </a:xfrm>
        </p:spPr>
        <p:txBody>
          <a:bodyPr/>
          <a:lstStyle/>
          <a:p>
            <a:r>
              <a:rPr lang="en-US"/>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 y="9261695"/>
            <a:ext cx="8836701" cy="982259"/>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pic>
        <p:nvPicPr>
          <p:cNvPr id="7" name="Graphic 6"/>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6654553" y="8810136"/>
            <a:ext cx="1508760" cy="1508760"/>
          </a:xfrm>
          <a:prstGeom prst="rect">
            <a:avLst/>
          </a:prstGeom>
        </p:spPr>
      </p:pic>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t>10/29/2026</a:t>
            </a:fld>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t>‹#›</a:t>
            </a:fld>
            <a:endParaRPr lang="en-US"/>
          </a:p>
        </p:txBody>
      </p:sp>
      <p:sp>
        <p:nvSpPr>
          <p:cNvPr id="6" name="Title 5"/>
          <p:cNvSpPr>
            <a:spLocks noGrp="1"/>
          </p:cNvSpPr>
          <p:nvPr>
            <p:ph type="title"/>
          </p:nvPr>
        </p:nvSpPr>
        <p:spPr>
          <a:xfrm>
            <a:off x="-27432" y="3239448"/>
            <a:ext cx="14525244" cy="5664708"/>
          </a:xfrm>
        </p:spPr>
        <p:txBody>
          <a:bodyPr anchor="b"/>
          <a:lstStyle/>
          <a:p>
            <a:r>
              <a:rPr lang="en-US"/>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pic>
        <p:nvPicPr>
          <p:cNvPr id="7" name="Graphic 6"/>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066033" y="124688"/>
            <a:ext cx="1097280" cy="1097280"/>
          </a:xfrm>
          <a:prstGeom prst="rect">
            <a:avLst/>
          </a:prstGeom>
        </p:spPr>
      </p:pic>
      <p:sp>
        <p:nvSpPr>
          <p:cNvPr id="3" name="Title 2"/>
          <p:cNvSpPr>
            <a:spLocks noGrp="1"/>
          </p:cNvSpPr>
          <p:nvPr>
            <p:ph type="title"/>
          </p:nvPr>
        </p:nvSpPr>
        <p:spPr>
          <a:xfrm>
            <a:off x="-27432" y="3276048"/>
            <a:ext cx="12111228" cy="7077456"/>
          </a:xfrm>
        </p:spPr>
        <p:txBody>
          <a:bodyPr anchor="b"/>
          <a:lstStyle/>
          <a:p>
            <a:r>
              <a:rPr lang="en-US"/>
              <a:t>Click to edit Master title style</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p:cNvSpPr>
            <a:spLocks noGrp="1"/>
          </p:cNvSpPr>
          <p:nvPr>
            <p:ph type="title"/>
          </p:nvPr>
        </p:nvSpPr>
        <p:spPr>
          <a:xfrm>
            <a:off x="-27432" y="123444"/>
            <a:ext cx="12209489" cy="2331720"/>
          </a:xfrm>
        </p:spPr>
        <p:txBody>
          <a:bodyPr anchor="t">
            <a:normAutofit/>
          </a:bodyPr>
          <a:lstStyle>
            <a:lvl1pPr>
              <a:defRPr sz="8400"/>
            </a:lvl1pPr>
          </a:lstStyle>
          <a:p>
            <a:r>
              <a:rPr lang="en-US"/>
              <a:t>Click to edit Master title style</a:t>
            </a:r>
            <a:endParaRPr lang="en-US" dirty="0"/>
          </a:p>
        </p:txBody>
      </p:sp>
      <p:sp>
        <p:nvSpPr>
          <p:cNvPr id="7" name="Content Placeholder 6"/>
          <p:cNvSpPr>
            <a:spLocks noGrp="1"/>
          </p:cNvSpPr>
          <p:nvPr>
            <p:ph sz="quarter" idx="13"/>
          </p:nvPr>
        </p:nvSpPr>
        <p:spPr>
          <a:xfrm>
            <a:off x="-2" y="2844708"/>
            <a:ext cx="12209490" cy="5336856"/>
          </a:xfrm>
        </p:spPr>
        <p:txBody>
          <a:bodyPr>
            <a:normAutofit/>
          </a:bodyPr>
          <a:lstStyle>
            <a:lvl1pPr marL="514350" indent="-514350">
              <a:buFont typeface="+mj-lt"/>
              <a:buAutoNum type="arabicPeriod"/>
              <a:defRPr sz="2100"/>
            </a:lvl1pPr>
            <a:lvl2pPr marL="857250" indent="-514350">
              <a:buFont typeface="+mj-lt"/>
              <a:buAutoNum type="arabicPeriod"/>
              <a:defRPr sz="2100"/>
            </a:lvl2pPr>
            <a:lvl3pPr marL="1200150" indent="-514350">
              <a:buFont typeface="+mj-lt"/>
              <a:buAutoNum type="arabicPeriod"/>
              <a:defRPr sz="2100"/>
            </a:lvl3pPr>
            <a:lvl4pPr marL="1543050" indent="-514350">
              <a:buFont typeface="+mj-lt"/>
              <a:buAutoNum type="arabicPeriod"/>
              <a:defRPr sz="2100"/>
            </a:lvl4pPr>
            <a:lvl5pPr marL="1885950" indent="-514350">
              <a:buFont typeface="+mj-lt"/>
              <a:buAutoNum type="arabicPeriod"/>
              <a:defRPr sz="2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Oval 7"/>
          <p:cNvSpPr/>
          <p:nvPr/>
        </p:nvSpPr>
        <p:spPr>
          <a:xfrm>
            <a:off x="12828768" y="4827768"/>
            <a:ext cx="5336856" cy="5336856"/>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
        <p:nvSpPr>
          <p:cNvPr id="5" name="Slide Number Placeholder 5"/>
          <p:cNvSpPr>
            <a:spLocks noGrp="1"/>
          </p:cNvSpPr>
          <p:nvPr>
            <p:ph type="sldNum" sz="quarter" idx="12"/>
          </p:nvPr>
        </p:nvSpPr>
        <p:spPr>
          <a:xfrm>
            <a:off x="17644190" y="151052"/>
            <a:ext cx="643811" cy="547688"/>
          </a:xfrm>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p:cNvSpPr>
            <a:spLocks noGrp="1"/>
          </p:cNvSpPr>
          <p:nvPr>
            <p:ph type="title"/>
          </p:nvPr>
        </p:nvSpPr>
        <p:spPr>
          <a:xfrm>
            <a:off x="9249595" y="932688"/>
            <a:ext cx="8080073" cy="2725347"/>
          </a:xfrm>
        </p:spPr>
        <p:txBody>
          <a:bodyPr anchor="t">
            <a:noAutofit/>
          </a:bodyPr>
          <a:lstStyle>
            <a:lvl1pPr>
              <a:defRPr sz="8400"/>
            </a:lvl1pPr>
          </a:lstStyle>
          <a:p>
            <a:r>
              <a:rPr lang="en-US"/>
              <a:t>Click to edit Master title style</a:t>
            </a:r>
            <a:endParaRPr lang="en-US" dirty="0"/>
          </a:p>
        </p:txBody>
      </p:sp>
      <p:sp>
        <p:nvSpPr>
          <p:cNvPr id="8" name="Picture Placeholder 7"/>
          <p:cNvSpPr>
            <a:spLocks noGrp="1"/>
          </p:cNvSpPr>
          <p:nvPr>
            <p:ph type="pic" sz="quarter" idx="14" hasCustomPrompt="1"/>
          </p:nvPr>
        </p:nvSpPr>
        <p:spPr>
          <a:xfrm>
            <a:off x="0" y="0"/>
            <a:ext cx="8859963" cy="10287000"/>
          </a:xfrm>
          <a:blipFill>
            <a:blip r:embed="rId2">
              <a:alphaModFix amt="70000"/>
            </a:blip>
            <a:stretch>
              <a:fillRect/>
            </a:stretch>
          </a:blipFill>
        </p:spPr>
        <p:txBody>
          <a:bodyPr/>
          <a:lstStyle>
            <a:lvl1pPr>
              <a:defRPr/>
            </a:lvl1pPr>
          </a:lstStyle>
          <a:p>
            <a:r>
              <a:rPr lang="en-US" dirty="0"/>
              <a:t> </a:t>
            </a:r>
          </a:p>
        </p:txBody>
      </p:sp>
      <p:sp>
        <p:nvSpPr>
          <p:cNvPr id="4" name="Footer Placeholder 3"/>
          <p:cNvSpPr>
            <a:spLocks noGrp="1"/>
          </p:cNvSpPr>
          <p:nvPr>
            <p:ph type="ftr" sz="quarter" idx="11"/>
          </p:nvPr>
        </p:nvSpPr>
        <p:spPr>
          <a:xfrm>
            <a:off x="9285733" y="165547"/>
            <a:ext cx="8023859" cy="547688"/>
          </a:xfrm>
        </p:spPr>
        <p:txBody>
          <a:bodyPr/>
          <a:lstStyle/>
          <a:p>
            <a:endParaRPr lang="en-US"/>
          </a:p>
        </p:txBody>
      </p:sp>
      <p:sp>
        <p:nvSpPr>
          <p:cNvPr id="5" name="Slide Number Placeholder 4"/>
          <p:cNvSpPr>
            <a:spLocks noGrp="1"/>
          </p:cNvSpPr>
          <p:nvPr>
            <p:ph type="sldNum" sz="quarter" idx="12"/>
          </p:nvPr>
        </p:nvSpPr>
        <p:spPr>
          <a:xfrm>
            <a:off x="17644190" y="165547"/>
            <a:ext cx="643811" cy="547688"/>
          </a:xfrm>
        </p:spPr>
        <p:txBody>
          <a:bodyPr/>
          <a:lstStyle/>
          <a:p>
            <a:fld id="{B6F15528-21DE-4FAA-801E-634DDDAF4B2B}" type="slidenum">
              <a:rPr lang="en-US" smtClean="0"/>
              <a:t>‹#›</a:t>
            </a:fld>
            <a:endParaRPr lang="en-US"/>
          </a:p>
        </p:txBody>
      </p:sp>
      <p:sp>
        <p:nvSpPr>
          <p:cNvPr id="7" name="Content Placeholder 6"/>
          <p:cNvSpPr>
            <a:spLocks noGrp="1"/>
          </p:cNvSpPr>
          <p:nvPr>
            <p:ph sz="quarter" idx="13"/>
          </p:nvPr>
        </p:nvSpPr>
        <p:spPr>
          <a:xfrm>
            <a:off x="9285732" y="4110342"/>
            <a:ext cx="8859963" cy="6144768"/>
          </a:xfrm>
        </p:spPr>
        <p:txBody>
          <a:bodyPr anchor="b">
            <a:normAutofit/>
          </a:bodyPr>
          <a:lstStyle>
            <a:lvl1pPr marL="514350" indent="-514350">
              <a:buFont typeface="+mj-lt"/>
              <a:buAutoNum type="arabicPeriod"/>
              <a:defRPr sz="2100"/>
            </a:lvl1pPr>
            <a:lvl2pPr marL="857250" indent="-514350">
              <a:buFont typeface="+mj-lt"/>
              <a:buAutoNum type="arabicPeriod"/>
              <a:defRPr sz="2100"/>
            </a:lvl2pPr>
            <a:lvl3pPr marL="1200150" indent="-514350">
              <a:buFont typeface="+mj-lt"/>
              <a:buAutoNum type="arabicPeriod"/>
              <a:defRPr sz="2100"/>
            </a:lvl3pPr>
            <a:lvl4pPr marL="1543050" indent="-514350">
              <a:buFont typeface="+mj-lt"/>
              <a:buAutoNum type="arabicPeriod"/>
              <a:defRPr sz="2100"/>
            </a:lvl4pPr>
            <a:lvl5pPr marL="1885950" indent="-514350">
              <a:buFont typeface="+mj-lt"/>
              <a:buAutoNum type="arabicPeriod"/>
              <a:defRPr sz="2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5" name="Title 1"/>
          <p:cNvSpPr>
            <a:spLocks noGrp="1"/>
          </p:cNvSpPr>
          <p:nvPr>
            <p:ph type="title"/>
          </p:nvPr>
        </p:nvSpPr>
        <p:spPr>
          <a:xfrm>
            <a:off x="809468" y="1481328"/>
            <a:ext cx="8049720" cy="6066762"/>
          </a:xfrm>
        </p:spPr>
        <p:txBody>
          <a:bodyPr>
            <a:normAutofit/>
          </a:bodyPr>
          <a:lstStyle>
            <a:lvl1pPr>
              <a:defRPr sz="8400"/>
            </a:lvl1pPr>
          </a:lstStyle>
          <a:p>
            <a:r>
              <a:rPr lang="en-US"/>
              <a:t>Click to edit Master title style</a:t>
            </a:r>
            <a:endParaRPr lang="en-US" dirty="0"/>
          </a:p>
        </p:txBody>
      </p:sp>
      <p:sp>
        <p:nvSpPr>
          <p:cNvPr id="3" name="Footer Placeholder 4"/>
          <p:cNvSpPr>
            <a:spLocks noGrp="1"/>
          </p:cNvSpPr>
          <p:nvPr>
            <p:ph type="ftr" sz="quarter" idx="11"/>
          </p:nvPr>
        </p:nvSpPr>
        <p:spPr>
          <a:xfrm>
            <a:off x="798225" y="151052"/>
            <a:ext cx="8049720" cy="547688"/>
          </a:xfrm>
        </p:spPr>
        <p:txBody>
          <a:bodyPr/>
          <a:lstStyle/>
          <a:p>
            <a:endParaRPr lang="en-US"/>
          </a:p>
        </p:txBody>
      </p:sp>
      <p:sp>
        <p:nvSpPr>
          <p:cNvPr id="2" name="Date Placeholder 3"/>
          <p:cNvSpPr>
            <a:spLocks noGrp="1"/>
          </p:cNvSpPr>
          <p:nvPr>
            <p:ph type="dt" sz="half" idx="10"/>
          </p:nvPr>
        </p:nvSpPr>
        <p:spPr>
          <a:xfrm>
            <a:off x="9285733" y="151052"/>
            <a:ext cx="4410674" cy="547688"/>
          </a:xfrm>
        </p:spPr>
        <p:txBody>
          <a:bodyPr/>
          <a:lstStyle/>
          <a:p>
            <a:fld id="{1D8BD707-D9CF-40AE-B4C6-C98DA3205C09}" type="datetimeFigureOut">
              <a:rPr lang="en-US" smtClean="0"/>
              <a:t>10/29/2026</a:t>
            </a:fld>
            <a:endParaRPr lang="en-US"/>
          </a:p>
        </p:txBody>
      </p:sp>
      <p:sp>
        <p:nvSpPr>
          <p:cNvPr id="9" name="Slide Number Placeholder 5"/>
          <p:cNvSpPr>
            <a:spLocks noGrp="1"/>
          </p:cNvSpPr>
          <p:nvPr>
            <p:ph type="sldNum" sz="quarter" idx="12"/>
          </p:nvPr>
        </p:nvSpPr>
        <p:spPr>
          <a:xfrm>
            <a:off x="16658597" y="151052"/>
            <a:ext cx="643811" cy="547688"/>
          </a:xfrm>
        </p:spPr>
        <p:txBody>
          <a:bodyPr/>
          <a:lstStyle/>
          <a:p>
            <a:fld id="{B6F15528-21DE-4FAA-801E-634DDDAF4B2B}" type="slidenum">
              <a:rPr lang="en-US" smtClean="0"/>
              <a:t>‹#›</a:t>
            </a:fld>
            <a:endParaRPr lang="en-US"/>
          </a:p>
        </p:txBody>
      </p:sp>
      <p:sp>
        <p:nvSpPr>
          <p:cNvPr id="8" name="Content Placeholder 7"/>
          <p:cNvSpPr>
            <a:spLocks noGrp="1"/>
          </p:cNvSpPr>
          <p:nvPr>
            <p:ph sz="quarter" idx="13"/>
          </p:nvPr>
        </p:nvSpPr>
        <p:spPr>
          <a:xfrm>
            <a:off x="9285733" y="1453896"/>
            <a:ext cx="8005130" cy="72270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p:cNvSpPr>
            <a:spLocks noGrp="1"/>
          </p:cNvSpPr>
          <p:nvPr>
            <p:ph type="title"/>
          </p:nvPr>
        </p:nvSpPr>
        <p:spPr>
          <a:xfrm>
            <a:off x="809244" y="1483469"/>
            <a:ext cx="5194317" cy="4413629"/>
          </a:xfrm>
        </p:spPr>
        <p:txBody>
          <a:bodyPr>
            <a:normAutofit/>
          </a:bodyPr>
          <a:lstStyle>
            <a:lvl1pPr>
              <a:defRPr sz="8400"/>
            </a:lvl1pPr>
          </a:lstStyle>
          <a:p>
            <a:r>
              <a:rPr lang="en-US"/>
              <a:t>Click to edit Master title style</a:t>
            </a:r>
            <a:endParaRPr lang="en-US" dirty="0"/>
          </a:p>
        </p:txBody>
      </p:sp>
      <p:sp>
        <p:nvSpPr>
          <p:cNvPr id="5" name="Footer Placeholder 4"/>
          <p:cNvSpPr>
            <a:spLocks noGrp="1"/>
          </p:cNvSpPr>
          <p:nvPr>
            <p:ph type="ftr" sz="quarter" idx="11"/>
          </p:nvPr>
        </p:nvSpPr>
        <p:spPr>
          <a:xfrm>
            <a:off x="798225" y="151052"/>
            <a:ext cx="5205336" cy="547688"/>
          </a:xfrm>
        </p:spPr>
        <p:txBody>
          <a:bodyPr/>
          <a:lstStyle/>
          <a:p>
            <a:endParaRPr lang="en-US"/>
          </a:p>
        </p:txBody>
      </p:sp>
      <p:sp>
        <p:nvSpPr>
          <p:cNvPr id="4" name="Date Placeholder 3"/>
          <p:cNvSpPr>
            <a:spLocks noGrp="1"/>
          </p:cNvSpPr>
          <p:nvPr>
            <p:ph type="dt" sz="half" idx="10"/>
          </p:nvPr>
        </p:nvSpPr>
        <p:spPr>
          <a:xfrm>
            <a:off x="6475751" y="151052"/>
            <a:ext cx="4410674" cy="547688"/>
          </a:xfrm>
        </p:spPr>
        <p:txBody>
          <a:bodyPr/>
          <a:lstStyle/>
          <a:p>
            <a:fld id="{1D8BD707-D9CF-40AE-B4C6-C98DA3205C09}" type="datetimeFigureOut">
              <a:rPr lang="en-US" smtClean="0"/>
              <a:t>10/29/2026</a:t>
            </a:fld>
            <a:endParaRPr lang="en-US"/>
          </a:p>
        </p:txBody>
      </p:sp>
      <p:sp>
        <p:nvSpPr>
          <p:cNvPr id="9" name="Slide Number Placeholder 5"/>
          <p:cNvSpPr>
            <a:spLocks noGrp="1"/>
          </p:cNvSpPr>
          <p:nvPr>
            <p:ph type="sldNum" sz="quarter" idx="12"/>
          </p:nvPr>
        </p:nvSpPr>
        <p:spPr>
          <a:xfrm>
            <a:off x="16658597" y="151052"/>
            <a:ext cx="643811" cy="547688"/>
          </a:xfrm>
        </p:spPr>
        <p:txBody>
          <a:bodyPr/>
          <a:lstStyle/>
          <a:p>
            <a:fld id="{B6F15528-21DE-4FAA-801E-634DDDAF4B2B}" type="slidenum">
              <a:rPr lang="en-US" smtClean="0"/>
              <a:t>‹#›</a:t>
            </a:fld>
            <a:endParaRPr lang="en-US"/>
          </a:p>
        </p:txBody>
      </p:sp>
      <p:sp>
        <p:nvSpPr>
          <p:cNvPr id="8" name="Content Placeholder 7"/>
          <p:cNvSpPr>
            <a:spLocks noGrp="1"/>
          </p:cNvSpPr>
          <p:nvPr>
            <p:ph sz="quarter" idx="13"/>
          </p:nvPr>
        </p:nvSpPr>
        <p:spPr>
          <a:xfrm>
            <a:off x="6475751" y="1451534"/>
            <a:ext cx="10826657" cy="7855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2" name="Title 1"/>
          <p:cNvSpPr>
            <a:spLocks noGrp="1"/>
          </p:cNvSpPr>
          <p:nvPr>
            <p:ph type="title"/>
          </p:nvPr>
        </p:nvSpPr>
        <p:spPr>
          <a:xfrm>
            <a:off x="7568707" y="918210"/>
            <a:ext cx="9749483" cy="2279418"/>
          </a:xfrm>
        </p:spPr>
        <p:txBody>
          <a:bodyPr anchor="t"/>
          <a:lstStyle/>
          <a:p>
            <a:r>
              <a:rPr lang="en-US"/>
              <a:t>Click to edit Master title style</a:t>
            </a:r>
            <a:endParaRPr lang="en-US" dirty="0"/>
          </a:p>
        </p:txBody>
      </p:sp>
      <p:sp>
        <p:nvSpPr>
          <p:cNvPr id="11" name="Picture Placeholder 10"/>
          <p:cNvSpPr>
            <a:spLocks noGrp="1"/>
          </p:cNvSpPr>
          <p:nvPr>
            <p:ph type="pic" sz="quarter" idx="13" hasCustomPrompt="1"/>
          </p:nvPr>
        </p:nvSpPr>
        <p:spPr>
          <a:xfrm>
            <a:off x="0" y="2"/>
            <a:ext cx="7206018" cy="10287000"/>
          </a:xfrm>
          <a:blipFill>
            <a:blip r:embed="rId2">
              <a:alphaModFix amt="70000"/>
            </a:blip>
            <a:stretch>
              <a:fillRect/>
            </a:stretch>
          </a:blipFill>
        </p:spPr>
        <p:txBody>
          <a:bodyPr/>
          <a:lstStyle>
            <a:lvl1pPr>
              <a:defRPr lang="en-US" dirty="0"/>
            </a:lvl1pPr>
          </a:lstStyle>
          <a:p>
            <a:r>
              <a:rPr lang="en-US" dirty="0"/>
              <a:t> </a:t>
            </a:r>
          </a:p>
        </p:txBody>
      </p:sp>
      <p:sp>
        <p:nvSpPr>
          <p:cNvPr id="7" name="Content Placeholder 7"/>
          <p:cNvSpPr>
            <a:spLocks noGrp="1"/>
          </p:cNvSpPr>
          <p:nvPr>
            <p:ph sz="quarter" idx="14"/>
          </p:nvPr>
        </p:nvSpPr>
        <p:spPr>
          <a:xfrm>
            <a:off x="7656183" y="3686109"/>
            <a:ext cx="9662007" cy="5668466"/>
          </a:xfrm>
        </p:spPr>
        <p:txBody>
          <a:bodyPr anchor="t"/>
          <a:lstStyle>
            <a:lvl1pPr marL="0" indent="0">
              <a:buNone/>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p:cNvSpPr>
            <a:spLocks noGrp="1"/>
          </p:cNvSpPr>
          <p:nvPr>
            <p:ph type="ftr" sz="quarter" idx="16"/>
          </p:nvPr>
        </p:nvSpPr>
        <p:spPr>
          <a:xfrm>
            <a:off x="7656184" y="9679486"/>
            <a:ext cx="2952563" cy="547688"/>
          </a:xfrm>
        </p:spPr>
        <p:txBody>
          <a:bodyPr anchor="b"/>
          <a:lstStyle/>
          <a:p>
            <a:endParaRPr lang="en-US"/>
          </a:p>
        </p:txBody>
      </p:sp>
      <p:sp>
        <p:nvSpPr>
          <p:cNvPr id="10" name="Slide Number Placeholder 9"/>
          <p:cNvSpPr>
            <a:spLocks noGrp="1"/>
          </p:cNvSpPr>
          <p:nvPr>
            <p:ph type="sldNum" sz="quarter" idx="17"/>
          </p:nvPr>
        </p:nvSpPr>
        <p:spPr>
          <a:xfrm>
            <a:off x="16674379" y="9679484"/>
            <a:ext cx="643811" cy="547688"/>
          </a:xfrm>
        </p:spPr>
        <p:txBody>
          <a:bodyPr anchor="b"/>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7" name="Title 1"/>
          <p:cNvSpPr>
            <a:spLocks noGrp="1"/>
          </p:cNvSpPr>
          <p:nvPr>
            <p:ph type="title"/>
          </p:nvPr>
        </p:nvSpPr>
        <p:spPr>
          <a:xfrm>
            <a:off x="6422690" y="932689"/>
            <a:ext cx="10879065" cy="1708154"/>
          </a:xfrm>
        </p:spPr>
        <p:txBody>
          <a:bodyPr anchor="t"/>
          <a:lstStyle/>
          <a:p>
            <a:r>
              <a:rPr lang="en-US"/>
              <a:t>Click to edit Master title style</a:t>
            </a:r>
            <a:endParaRPr lang="en-US" dirty="0"/>
          </a:p>
        </p:txBody>
      </p:sp>
      <p:sp>
        <p:nvSpPr>
          <p:cNvPr id="11" name="Picture Placeholder 10"/>
          <p:cNvSpPr>
            <a:spLocks noGrp="1"/>
          </p:cNvSpPr>
          <p:nvPr>
            <p:ph type="pic" sz="quarter" idx="13" hasCustomPrompt="1"/>
          </p:nvPr>
        </p:nvSpPr>
        <p:spPr>
          <a:xfrm>
            <a:off x="0" y="2"/>
            <a:ext cx="6035040" cy="10287000"/>
          </a:xfrm>
          <a:blipFill>
            <a:blip r:embed="rId2">
              <a:alphaModFix amt="70000"/>
            </a:blip>
            <a:stretch>
              <a:fillRect/>
            </a:stretch>
          </a:blipFill>
        </p:spPr>
        <p:txBody>
          <a:bodyPr/>
          <a:lstStyle>
            <a:lvl1pPr>
              <a:defRPr/>
            </a:lvl1pPr>
          </a:lstStyle>
          <a:p>
            <a:r>
              <a:rPr lang="en-US" dirty="0"/>
              <a:t> </a:t>
            </a:r>
          </a:p>
        </p:txBody>
      </p:sp>
      <p:sp>
        <p:nvSpPr>
          <p:cNvPr id="6" name="Content Placeholder 7"/>
          <p:cNvSpPr>
            <a:spLocks noGrp="1"/>
          </p:cNvSpPr>
          <p:nvPr>
            <p:ph sz="quarter" idx="14"/>
          </p:nvPr>
        </p:nvSpPr>
        <p:spPr>
          <a:xfrm>
            <a:off x="6463633" y="3173106"/>
            <a:ext cx="10838123" cy="6319389"/>
          </a:xfrm>
        </p:spPr>
        <p:txBody>
          <a:bodyPr anchor="t" anchorCtr="0"/>
          <a:lstStyle>
            <a:lvl1pPr marL="0" indent="0">
              <a:buNone/>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8"/>
          <p:cNvSpPr>
            <a:spLocks noGrp="1"/>
          </p:cNvSpPr>
          <p:nvPr>
            <p:ph type="ftr" sz="quarter" idx="16"/>
          </p:nvPr>
        </p:nvSpPr>
        <p:spPr>
          <a:xfrm>
            <a:off x="6422690" y="9739313"/>
            <a:ext cx="2952563" cy="547688"/>
          </a:xfrm>
        </p:spPr>
        <p:txBody>
          <a:bodyPr anchor="b"/>
          <a:lstStyle/>
          <a:p>
            <a:endParaRPr lang="en-US"/>
          </a:p>
        </p:txBody>
      </p:sp>
      <p:sp>
        <p:nvSpPr>
          <p:cNvPr id="13" name="Date Placeholder 2"/>
          <p:cNvSpPr>
            <a:spLocks noGrp="1"/>
          </p:cNvSpPr>
          <p:nvPr>
            <p:ph type="dt" sz="half" idx="18"/>
          </p:nvPr>
        </p:nvSpPr>
        <p:spPr>
          <a:xfrm>
            <a:off x="13535855" y="9739313"/>
            <a:ext cx="2394300" cy="547688"/>
          </a:xfrm>
        </p:spPr>
        <p:txBody>
          <a:bodyPr anchor="b"/>
          <a:lstStyle/>
          <a:p>
            <a:fld id="{1D8BD707-D9CF-40AE-B4C6-C98DA3205C09}" type="datetimeFigureOut">
              <a:rPr lang="en-US" smtClean="0"/>
              <a:t>10/29/2026</a:t>
            </a:fld>
            <a:endParaRPr lang="en-US"/>
          </a:p>
        </p:txBody>
      </p:sp>
      <p:sp>
        <p:nvSpPr>
          <p:cNvPr id="12" name="Slide Number Placeholder 9"/>
          <p:cNvSpPr>
            <a:spLocks noGrp="1"/>
          </p:cNvSpPr>
          <p:nvPr>
            <p:ph type="sldNum" sz="quarter" idx="17"/>
          </p:nvPr>
        </p:nvSpPr>
        <p:spPr>
          <a:xfrm>
            <a:off x="16657945" y="9739313"/>
            <a:ext cx="643811" cy="547688"/>
          </a:xfrm>
        </p:spPr>
        <p:txBody>
          <a:bodyPr anchor="b"/>
          <a:lstStyle/>
          <a:p>
            <a:fld id="{B6F15528-21DE-4FAA-801E-634DDDAF4B2B}"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4" name="Title 5"/>
          <p:cNvSpPr>
            <a:spLocks noGrp="1"/>
          </p:cNvSpPr>
          <p:nvPr>
            <p:ph type="title"/>
          </p:nvPr>
        </p:nvSpPr>
        <p:spPr>
          <a:xfrm>
            <a:off x="813460" y="932689"/>
            <a:ext cx="10879065" cy="1708154"/>
          </a:xfrm>
        </p:spPr>
        <p:txBody>
          <a:bodyPr/>
          <a:lstStyle/>
          <a:p>
            <a:r>
              <a:rPr lang="en-US"/>
              <a:t>Click to edit Master title style</a:t>
            </a:r>
            <a:endParaRPr lang="en-US" dirty="0"/>
          </a:p>
        </p:txBody>
      </p:sp>
      <p:sp>
        <p:nvSpPr>
          <p:cNvPr id="9" name="Content Placeholder 7"/>
          <p:cNvSpPr>
            <a:spLocks noGrp="1"/>
          </p:cNvSpPr>
          <p:nvPr>
            <p:ph sz="quarter" idx="19"/>
          </p:nvPr>
        </p:nvSpPr>
        <p:spPr>
          <a:xfrm>
            <a:off x="854404" y="3173106"/>
            <a:ext cx="10838123" cy="6319389"/>
          </a:xfrm>
        </p:spPr>
        <p:txBody>
          <a:bodyPr anchor="t" anchorCtr="0"/>
          <a:lstStyle>
            <a:lvl1pPr marL="0" indent="0">
              <a:buNone/>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10"/>
          <p:cNvSpPr>
            <a:spLocks noGrp="1"/>
          </p:cNvSpPr>
          <p:nvPr>
            <p:ph type="pic" sz="quarter" idx="13" hasCustomPrompt="1"/>
          </p:nvPr>
        </p:nvSpPr>
        <p:spPr>
          <a:xfrm>
            <a:off x="12252960" y="2"/>
            <a:ext cx="6035040" cy="10287000"/>
          </a:xfrm>
          <a:blipFill>
            <a:blip r:embed="rId2">
              <a:alphaModFix amt="70000"/>
            </a:blip>
            <a:stretch>
              <a:fillRect/>
            </a:stretch>
          </a:blipFill>
        </p:spPr>
        <p:txBody>
          <a:bodyPr/>
          <a:lstStyle>
            <a:lvl1pPr>
              <a:defRPr/>
            </a:lvl1pPr>
          </a:lstStyle>
          <a:p>
            <a:r>
              <a:rPr lang="en-US" dirty="0"/>
              <a:t> </a:t>
            </a:r>
          </a:p>
        </p:txBody>
      </p:sp>
      <p:sp>
        <p:nvSpPr>
          <p:cNvPr id="5" name="Footer Placeholder 2"/>
          <p:cNvSpPr>
            <a:spLocks noGrp="1"/>
          </p:cNvSpPr>
          <p:nvPr>
            <p:ph type="ftr" sz="quarter" idx="16"/>
          </p:nvPr>
        </p:nvSpPr>
        <p:spPr>
          <a:xfrm>
            <a:off x="813461" y="9739313"/>
            <a:ext cx="2952563" cy="547688"/>
          </a:xfrm>
        </p:spPr>
        <p:txBody>
          <a:bodyPr/>
          <a:lstStyle/>
          <a:p>
            <a:endParaRPr lang="en-US"/>
          </a:p>
        </p:txBody>
      </p:sp>
      <p:sp>
        <p:nvSpPr>
          <p:cNvPr id="8" name="Date Placeholder 1"/>
          <p:cNvSpPr>
            <a:spLocks noGrp="1"/>
          </p:cNvSpPr>
          <p:nvPr>
            <p:ph type="dt" sz="half" idx="18"/>
          </p:nvPr>
        </p:nvSpPr>
        <p:spPr>
          <a:xfrm>
            <a:off x="7926626" y="9739313"/>
            <a:ext cx="2394300" cy="547688"/>
          </a:xfrm>
        </p:spPr>
        <p:txBody>
          <a:bodyPr/>
          <a:lstStyle/>
          <a:p>
            <a:fld id="{1D8BD707-D9CF-40AE-B4C6-C98DA3205C09}" type="datetimeFigureOut">
              <a:rPr lang="en-US" smtClean="0"/>
              <a:t>10/29/2026</a:t>
            </a:fld>
            <a:endParaRPr lang="en-US"/>
          </a:p>
        </p:txBody>
      </p:sp>
      <p:sp>
        <p:nvSpPr>
          <p:cNvPr id="6" name="Slide Number Placeholder 3"/>
          <p:cNvSpPr>
            <a:spLocks noGrp="1"/>
          </p:cNvSpPr>
          <p:nvPr>
            <p:ph type="sldNum" sz="quarter" idx="17"/>
          </p:nvPr>
        </p:nvSpPr>
        <p:spPr>
          <a:xfrm>
            <a:off x="11048716" y="9739313"/>
            <a:ext cx="643811" cy="547688"/>
          </a:xfrm>
        </p:spPr>
        <p:txBody>
          <a:bodyPr/>
          <a:lstStyle/>
          <a:p>
            <a:fld id="{B6F15528-21DE-4FAA-801E-634DDDAF4B2B}"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p:cNvSpPr>
            <a:spLocks noGrp="1"/>
          </p:cNvSpPr>
          <p:nvPr>
            <p:ph type="title"/>
          </p:nvPr>
        </p:nvSpPr>
        <p:spPr>
          <a:xfrm>
            <a:off x="777923" y="932690"/>
            <a:ext cx="7990026" cy="2261181"/>
          </a:xfrm>
        </p:spPr>
        <p:txBody>
          <a:bodyPr anchor="t" anchorCtr="0"/>
          <a:lstStyle/>
          <a:p>
            <a:r>
              <a:rPr lang="en-US"/>
              <a:t>Click to edit Master title style</a:t>
            </a:r>
            <a:endParaRPr lang="en-US" dirty="0"/>
          </a:p>
        </p:txBody>
      </p:sp>
      <p:sp>
        <p:nvSpPr>
          <p:cNvPr id="3" name="Content Placeholder 7"/>
          <p:cNvSpPr>
            <a:spLocks noGrp="1"/>
          </p:cNvSpPr>
          <p:nvPr>
            <p:ph sz="quarter" idx="19"/>
          </p:nvPr>
        </p:nvSpPr>
        <p:spPr>
          <a:xfrm>
            <a:off x="777925" y="3769665"/>
            <a:ext cx="7990025" cy="5352009"/>
          </a:xfrm>
        </p:spPr>
        <p:txBody>
          <a:bodyPr anchor="t" anchorCtr="0"/>
          <a:lstStyle>
            <a:lvl1pPr marL="0" indent="0">
              <a:buNone/>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7"/>
          <p:cNvSpPr>
            <a:spLocks noGrp="1"/>
          </p:cNvSpPr>
          <p:nvPr>
            <p:ph type="pic" sz="quarter" idx="18" hasCustomPrompt="1"/>
          </p:nvPr>
        </p:nvSpPr>
        <p:spPr>
          <a:xfrm>
            <a:off x="9463263" y="0"/>
            <a:ext cx="8824737" cy="10287000"/>
          </a:xfrm>
          <a:blipFill>
            <a:blip r:embed="rId2">
              <a:alphaModFix amt="70000"/>
            </a:blip>
            <a:stretch>
              <a:fillRect/>
            </a:stretch>
          </a:blipFill>
        </p:spPr>
        <p:txBody>
          <a:bodyPr/>
          <a:lstStyle>
            <a:lvl1pPr>
              <a:defRPr/>
            </a:lvl1pPr>
          </a:lstStyle>
          <a:p>
            <a:r>
              <a:rPr lang="en-US" dirty="0"/>
              <a:t> </a:t>
            </a:r>
          </a:p>
        </p:txBody>
      </p:sp>
      <p:sp>
        <p:nvSpPr>
          <p:cNvPr id="9" name="Footer Placeholder 8"/>
          <p:cNvSpPr>
            <a:spLocks noGrp="1"/>
          </p:cNvSpPr>
          <p:nvPr>
            <p:ph type="ftr" sz="quarter" idx="16"/>
          </p:nvPr>
        </p:nvSpPr>
        <p:spPr>
          <a:xfrm>
            <a:off x="777923" y="9675356"/>
            <a:ext cx="2952563" cy="547688"/>
          </a:xfrm>
        </p:spPr>
        <p:txBody>
          <a:bodyPr anchor="b"/>
          <a:lstStyle/>
          <a:p>
            <a:endParaRPr lang="en-US"/>
          </a:p>
        </p:txBody>
      </p:sp>
      <p:sp>
        <p:nvSpPr>
          <p:cNvPr id="10" name="Slide Number Placeholder 9"/>
          <p:cNvSpPr>
            <a:spLocks noGrp="1"/>
          </p:cNvSpPr>
          <p:nvPr>
            <p:ph type="sldNum" sz="quarter" idx="17"/>
          </p:nvPr>
        </p:nvSpPr>
        <p:spPr>
          <a:xfrm>
            <a:off x="8180930" y="9697469"/>
            <a:ext cx="643811" cy="547688"/>
          </a:xfrm>
        </p:spPr>
        <p:txBody>
          <a:bodyPr anchor="b"/>
          <a:lstStyle/>
          <a:p>
            <a:fld id="{B6F15528-21DE-4FAA-801E-634DDDAF4B2B}"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8" name="Title 1"/>
          <p:cNvSpPr>
            <a:spLocks noGrp="1"/>
          </p:cNvSpPr>
          <p:nvPr>
            <p:ph type="title"/>
          </p:nvPr>
        </p:nvSpPr>
        <p:spPr>
          <a:xfrm>
            <a:off x="778448" y="932689"/>
            <a:ext cx="6670307" cy="2801444"/>
          </a:xfrm>
        </p:spPr>
        <p:txBody>
          <a:bodyPr anchor="t">
            <a:noAutofit/>
          </a:bodyPr>
          <a:lstStyle>
            <a:lvl1pPr>
              <a:defRPr sz="8400"/>
            </a:lvl1pPr>
          </a:lstStyle>
          <a:p>
            <a:r>
              <a:rPr lang="en-US"/>
              <a:t>Click to edit Master title style</a:t>
            </a:r>
            <a:endParaRPr lang="en-US" dirty="0"/>
          </a:p>
        </p:txBody>
      </p:sp>
      <p:sp>
        <p:nvSpPr>
          <p:cNvPr id="9" name="Content Placeholder 7"/>
          <p:cNvSpPr>
            <a:spLocks noGrp="1"/>
          </p:cNvSpPr>
          <p:nvPr>
            <p:ph sz="quarter" idx="14"/>
          </p:nvPr>
        </p:nvSpPr>
        <p:spPr>
          <a:xfrm>
            <a:off x="815911" y="4336094"/>
            <a:ext cx="6673841" cy="4707657"/>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0"/>
          <p:cNvSpPr>
            <a:spLocks noGrp="1"/>
          </p:cNvSpPr>
          <p:nvPr>
            <p:ph type="pic" sz="quarter" idx="13" hasCustomPrompt="1"/>
          </p:nvPr>
        </p:nvSpPr>
        <p:spPr>
          <a:xfrm>
            <a:off x="8045355" y="0"/>
            <a:ext cx="10242645" cy="10287000"/>
          </a:xfrm>
          <a:blipFill>
            <a:blip r:embed="rId2">
              <a:alphaModFix amt="70000"/>
            </a:blip>
            <a:stretch>
              <a:fillRect/>
            </a:stretch>
          </a:blipFill>
        </p:spPr>
        <p:txBody>
          <a:bodyPr/>
          <a:lstStyle>
            <a:lvl1pPr>
              <a:defRPr/>
            </a:lvl1pPr>
          </a:lstStyle>
          <a:p>
            <a:r>
              <a:rPr lang="en-US" dirty="0"/>
              <a:t> </a:t>
            </a:r>
          </a:p>
        </p:txBody>
      </p:sp>
      <p:sp>
        <p:nvSpPr>
          <p:cNvPr id="10" name="Footer Placeholder 8"/>
          <p:cNvSpPr>
            <a:spLocks noGrp="1"/>
          </p:cNvSpPr>
          <p:nvPr>
            <p:ph type="ftr" sz="quarter" idx="16"/>
          </p:nvPr>
        </p:nvSpPr>
        <p:spPr>
          <a:xfrm>
            <a:off x="773428" y="9645715"/>
            <a:ext cx="2952563" cy="569801"/>
          </a:xfrm>
        </p:spPr>
        <p:txBody>
          <a:bodyPr anchor="b"/>
          <a:lstStyle/>
          <a:p>
            <a:endParaRPr lang="en-US"/>
          </a:p>
        </p:txBody>
      </p:sp>
      <p:sp>
        <p:nvSpPr>
          <p:cNvPr id="11" name="Slide Number Placeholder 9"/>
          <p:cNvSpPr>
            <a:spLocks noGrp="1"/>
          </p:cNvSpPr>
          <p:nvPr>
            <p:ph type="sldNum" sz="quarter" idx="17"/>
          </p:nvPr>
        </p:nvSpPr>
        <p:spPr>
          <a:xfrm>
            <a:off x="6845941" y="9645715"/>
            <a:ext cx="643811" cy="569801"/>
          </a:xfrm>
        </p:spPr>
        <p:txBody>
          <a:bodyPr anchor="b"/>
          <a:lstStyle/>
          <a:p>
            <a:fld id="{B6F15528-21DE-4FAA-801E-634DDDAF4B2B}"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p:cNvSpPr>
            <a:spLocks noGrp="1"/>
          </p:cNvSpPr>
          <p:nvPr>
            <p:ph type="title"/>
          </p:nvPr>
        </p:nvSpPr>
        <p:spPr>
          <a:xfrm>
            <a:off x="11474600" y="932689"/>
            <a:ext cx="5826819" cy="3420752"/>
          </a:xfrm>
        </p:spPr>
        <p:txBody>
          <a:bodyPr anchor="t">
            <a:noAutofit/>
          </a:bodyPr>
          <a:lstStyle>
            <a:lvl1pPr>
              <a:defRPr sz="8400"/>
            </a:lvl1pPr>
          </a:lstStyle>
          <a:p>
            <a:r>
              <a:rPr lang="en-US"/>
              <a:t>Click to edit Master title style</a:t>
            </a:r>
            <a:endParaRPr lang="en-US" dirty="0"/>
          </a:p>
        </p:txBody>
      </p:sp>
      <p:sp>
        <p:nvSpPr>
          <p:cNvPr id="3" name="Picture Placeholder 10"/>
          <p:cNvSpPr>
            <a:spLocks noGrp="1"/>
          </p:cNvSpPr>
          <p:nvPr>
            <p:ph type="pic" sz="quarter" idx="13" hasCustomPrompt="1"/>
          </p:nvPr>
        </p:nvSpPr>
        <p:spPr>
          <a:xfrm>
            <a:off x="-1" y="0"/>
            <a:ext cx="10890914" cy="10287000"/>
          </a:xfrm>
          <a:blipFill>
            <a:blip r:embed="rId2">
              <a:alphaModFix amt="70000"/>
            </a:blip>
            <a:stretch>
              <a:fillRect/>
            </a:stretch>
          </a:blipFill>
        </p:spPr>
        <p:txBody>
          <a:bodyPr/>
          <a:lstStyle>
            <a:lvl1pPr>
              <a:defRPr/>
            </a:lvl1pPr>
          </a:lstStyle>
          <a:p>
            <a:r>
              <a:rPr lang="en-US" dirty="0"/>
              <a:t> </a:t>
            </a:r>
          </a:p>
        </p:txBody>
      </p:sp>
      <p:sp>
        <p:nvSpPr>
          <p:cNvPr id="8" name="Content Placeholder 7"/>
          <p:cNvSpPr>
            <a:spLocks noGrp="1"/>
          </p:cNvSpPr>
          <p:nvPr>
            <p:ph sz="quarter" idx="14"/>
          </p:nvPr>
        </p:nvSpPr>
        <p:spPr>
          <a:xfrm>
            <a:off x="11531282" y="4817268"/>
            <a:ext cx="5826821" cy="41148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8"/>
          <p:cNvSpPr>
            <a:spLocks noGrp="1"/>
          </p:cNvSpPr>
          <p:nvPr>
            <p:ph type="ftr" sz="quarter" idx="16"/>
          </p:nvPr>
        </p:nvSpPr>
        <p:spPr>
          <a:xfrm>
            <a:off x="11474600" y="9684577"/>
            <a:ext cx="2952563" cy="569801"/>
          </a:xfrm>
        </p:spPr>
        <p:txBody>
          <a:bodyPr anchor="b"/>
          <a:lstStyle/>
          <a:p>
            <a:endParaRPr lang="en-US"/>
          </a:p>
        </p:txBody>
      </p:sp>
      <p:sp>
        <p:nvSpPr>
          <p:cNvPr id="5" name="Slide Number Placeholder 9"/>
          <p:cNvSpPr>
            <a:spLocks noGrp="1"/>
          </p:cNvSpPr>
          <p:nvPr>
            <p:ph type="sldNum" sz="quarter" idx="17"/>
          </p:nvPr>
        </p:nvSpPr>
        <p:spPr>
          <a:xfrm>
            <a:off x="16701229" y="9684578"/>
            <a:ext cx="643811" cy="569801"/>
          </a:xfrm>
        </p:spPr>
        <p:txBody>
          <a:bodyPr anchor="b"/>
          <a:lstStyle/>
          <a:p>
            <a:fld id="{B6F15528-21DE-4FAA-801E-634DDDAF4B2B}"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3" name="Title 1"/>
          <p:cNvSpPr>
            <a:spLocks noGrp="1"/>
          </p:cNvSpPr>
          <p:nvPr>
            <p:ph type="title"/>
          </p:nvPr>
        </p:nvSpPr>
        <p:spPr>
          <a:xfrm>
            <a:off x="768096" y="5412415"/>
            <a:ext cx="6643050" cy="3930881"/>
          </a:xfrm>
        </p:spPr>
        <p:txBody>
          <a:bodyPr anchor="t">
            <a:noAutofit/>
          </a:bodyPr>
          <a:lstStyle>
            <a:lvl1pPr>
              <a:defRPr sz="8400"/>
            </a:lvl1pPr>
          </a:lstStyle>
          <a:p>
            <a:r>
              <a:rPr lang="en-US"/>
              <a:t>Click to edit Master title style</a:t>
            </a:r>
            <a:endParaRPr lang="en-US" dirty="0"/>
          </a:p>
        </p:txBody>
      </p:sp>
      <p:sp>
        <p:nvSpPr>
          <p:cNvPr id="11" name="Picture Placeholder 10"/>
          <p:cNvSpPr>
            <a:spLocks noGrp="1"/>
          </p:cNvSpPr>
          <p:nvPr>
            <p:ph type="pic" sz="quarter" idx="13" hasCustomPrompt="1"/>
          </p:nvPr>
        </p:nvSpPr>
        <p:spPr>
          <a:xfrm>
            <a:off x="-2" y="0"/>
            <a:ext cx="18288000" cy="5143500"/>
          </a:xfrm>
          <a:blipFill>
            <a:blip r:embed="rId2">
              <a:alphaModFix amt="70000"/>
            </a:blip>
            <a:stretch>
              <a:fillRect/>
            </a:stretch>
          </a:blipFill>
        </p:spPr>
        <p:txBody>
          <a:bodyPr/>
          <a:lstStyle>
            <a:lvl1pPr>
              <a:defRPr/>
            </a:lvl1pPr>
          </a:lstStyle>
          <a:p>
            <a:r>
              <a:rPr lang="en-US" dirty="0"/>
              <a:t> </a:t>
            </a:r>
          </a:p>
        </p:txBody>
      </p:sp>
      <p:sp>
        <p:nvSpPr>
          <p:cNvPr id="2" name="Content Placeholder 7"/>
          <p:cNvSpPr>
            <a:spLocks noGrp="1"/>
          </p:cNvSpPr>
          <p:nvPr>
            <p:ph sz="quarter" idx="14"/>
          </p:nvPr>
        </p:nvSpPr>
        <p:spPr>
          <a:xfrm>
            <a:off x="7902054" y="5369554"/>
            <a:ext cx="9447663" cy="3930881"/>
          </a:xfrm>
        </p:spPr>
        <p:txBody>
          <a:bodyPr vert="horz" lIns="91440" tIns="45720" rIns="91440" bIns="45720" rtlCol="0">
            <a:normAutofit/>
          </a:bodyPr>
          <a:lstStyle>
            <a:lvl1pPr marL="0" indent="0">
              <a:buNone/>
              <a:defRPr lang="en-US" dirty="0"/>
            </a:lvl1pPr>
            <a:lvl2pPr marL="342900" indent="0">
              <a:buNone/>
              <a:defRPr lang="en-US" dirty="0"/>
            </a:lvl2pPr>
            <a:lvl3pPr marL="685800" indent="0">
              <a:buNone/>
              <a:defRPr lang="en-US" dirty="0"/>
            </a:lvl3pPr>
            <a:lvl4pPr marL="1028700" indent="0">
              <a:buNone/>
              <a:defRPr lang="en-US" dirty="0"/>
            </a:lvl4pPr>
            <a:lvl5pPr marL="13716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8"/>
          <p:cNvSpPr>
            <a:spLocks noGrp="1"/>
          </p:cNvSpPr>
          <p:nvPr>
            <p:ph type="ftr" sz="quarter" idx="16"/>
          </p:nvPr>
        </p:nvSpPr>
        <p:spPr>
          <a:xfrm>
            <a:off x="7894000" y="9664309"/>
            <a:ext cx="2952563" cy="569801"/>
          </a:xfrm>
        </p:spPr>
        <p:txBody>
          <a:bodyPr anchor="b"/>
          <a:lstStyle/>
          <a:p>
            <a:endParaRPr lang="en-US"/>
          </a:p>
        </p:txBody>
      </p:sp>
      <p:sp>
        <p:nvSpPr>
          <p:cNvPr id="12" name="Date Placeholder 2"/>
          <p:cNvSpPr>
            <a:spLocks noGrp="1"/>
          </p:cNvSpPr>
          <p:nvPr>
            <p:ph type="dt" sz="half" idx="18"/>
          </p:nvPr>
        </p:nvSpPr>
        <p:spPr>
          <a:xfrm>
            <a:off x="11545561" y="9664309"/>
            <a:ext cx="3443996" cy="569801"/>
          </a:xfrm>
        </p:spPr>
        <p:txBody>
          <a:bodyPr anchor="b"/>
          <a:lstStyle/>
          <a:p>
            <a:fld id="{1D8BD707-D9CF-40AE-B4C6-C98DA3205C09}" type="datetimeFigureOut">
              <a:rPr lang="en-US" smtClean="0"/>
              <a:t>10/29/2026</a:t>
            </a:fld>
            <a:endParaRPr lang="en-US"/>
          </a:p>
        </p:txBody>
      </p:sp>
      <p:sp>
        <p:nvSpPr>
          <p:cNvPr id="7" name="Slide Number Placeholder 9"/>
          <p:cNvSpPr>
            <a:spLocks noGrp="1"/>
          </p:cNvSpPr>
          <p:nvPr>
            <p:ph type="sldNum" sz="quarter" idx="17"/>
          </p:nvPr>
        </p:nvSpPr>
        <p:spPr>
          <a:xfrm>
            <a:off x="16705907" y="9664310"/>
            <a:ext cx="643811" cy="569801"/>
          </a:xfrm>
        </p:spPr>
        <p:txBody>
          <a:bodyPr anchor="b"/>
          <a:lstStyle/>
          <a:p>
            <a:fld id="{B6F15528-21DE-4FAA-801E-634DDDAF4B2B}"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3" name="Title 1"/>
          <p:cNvSpPr>
            <a:spLocks noGrp="1"/>
          </p:cNvSpPr>
          <p:nvPr>
            <p:ph type="title"/>
          </p:nvPr>
        </p:nvSpPr>
        <p:spPr>
          <a:xfrm>
            <a:off x="768097" y="947565"/>
            <a:ext cx="16548359" cy="1672805"/>
          </a:xfrm>
        </p:spPr>
        <p:txBody>
          <a:bodyPr anchor="t">
            <a:noAutofit/>
          </a:bodyPr>
          <a:lstStyle>
            <a:lvl1pPr>
              <a:defRPr sz="8400"/>
            </a:lvl1pPr>
          </a:lstStyle>
          <a:p>
            <a:r>
              <a:rPr lang="en-US"/>
              <a:t>Click to edit Master title style</a:t>
            </a:r>
            <a:endParaRPr lang="en-US" dirty="0"/>
          </a:p>
        </p:txBody>
      </p:sp>
      <p:sp>
        <p:nvSpPr>
          <p:cNvPr id="13" name="Picture Placeholder 10"/>
          <p:cNvSpPr>
            <a:spLocks noGrp="1"/>
          </p:cNvSpPr>
          <p:nvPr>
            <p:ph type="pic" sz="quarter" idx="18" hasCustomPrompt="1"/>
          </p:nvPr>
        </p:nvSpPr>
        <p:spPr>
          <a:xfrm>
            <a:off x="163772" y="3173105"/>
            <a:ext cx="8679977" cy="7007147"/>
          </a:xfrm>
          <a:blipFill>
            <a:blip r:embed="rId2">
              <a:alphaModFix amt="70000"/>
            </a:blip>
            <a:stretch>
              <a:fillRect/>
            </a:stretch>
          </a:blipFill>
        </p:spPr>
        <p:txBody>
          <a:bodyPr/>
          <a:lstStyle>
            <a:lvl1pPr>
              <a:defRPr/>
            </a:lvl1pPr>
          </a:lstStyle>
          <a:p>
            <a:r>
              <a:rPr lang="en-US" dirty="0"/>
              <a:t> </a:t>
            </a:r>
          </a:p>
        </p:txBody>
      </p:sp>
      <p:sp>
        <p:nvSpPr>
          <p:cNvPr id="10" name="Content Placeholder 7"/>
          <p:cNvSpPr>
            <a:spLocks noGrp="1"/>
          </p:cNvSpPr>
          <p:nvPr>
            <p:ph sz="quarter" idx="14"/>
          </p:nvPr>
        </p:nvSpPr>
        <p:spPr>
          <a:xfrm>
            <a:off x="9285733" y="3173105"/>
            <a:ext cx="8030723" cy="6166332"/>
          </a:xfrm>
        </p:spPr>
        <p:txBody>
          <a:bodyPr anchor="t">
            <a:noAutofit/>
          </a:bodyPr>
          <a:lstStyle>
            <a:lvl1pPr marL="0" indent="0">
              <a:buFont typeface="Arial" panose="020B0604020202020204" pitchFamily="34" charset="0"/>
              <a:buNone/>
              <a:defRPr sz="2100"/>
            </a:lvl1pPr>
            <a:lvl2pPr marL="342900" indent="0">
              <a:buFont typeface="Arial" panose="020B0604020202020204" pitchFamily="34" charset="0"/>
              <a:buNone/>
              <a:defRPr sz="2100"/>
            </a:lvl2pPr>
            <a:lvl3pPr marL="685800" indent="0">
              <a:buFont typeface="Arial" panose="020B0604020202020204" pitchFamily="34" charset="0"/>
              <a:buNone/>
              <a:defRPr sz="2100"/>
            </a:lvl3pPr>
            <a:lvl4pPr marL="1028700" indent="0">
              <a:buFont typeface="Arial" panose="020B0604020202020204" pitchFamily="34" charset="0"/>
              <a:buNone/>
              <a:defRPr sz="2100"/>
            </a:lvl4pPr>
            <a:lvl5pPr marL="1371600" indent="0">
              <a:buFont typeface="Arial" panose="020B0604020202020204" pitchFamily="34" charset="0"/>
              <a:buNone/>
              <a:defRPr sz="2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p:cNvSpPr>
            <a:spLocks noGrp="1"/>
          </p:cNvSpPr>
          <p:nvPr>
            <p:ph type="ftr" sz="quarter" idx="20"/>
          </p:nvPr>
        </p:nvSpPr>
        <p:spPr>
          <a:xfrm>
            <a:off x="9266138" y="9643477"/>
            <a:ext cx="6701744" cy="547688"/>
          </a:xfrm>
        </p:spPr>
        <p:txBody>
          <a:bodyPr anchor="b"/>
          <a:lstStyle/>
          <a:p>
            <a:endParaRPr lang="en-US"/>
          </a:p>
        </p:txBody>
      </p:sp>
      <p:sp>
        <p:nvSpPr>
          <p:cNvPr id="8" name="Slide Number Placeholder 7"/>
          <p:cNvSpPr>
            <a:spLocks noGrp="1"/>
          </p:cNvSpPr>
          <p:nvPr>
            <p:ph type="sldNum" sz="quarter" idx="21"/>
          </p:nvPr>
        </p:nvSpPr>
        <p:spPr>
          <a:xfrm>
            <a:off x="16390271" y="9632564"/>
            <a:ext cx="926186" cy="547688"/>
          </a:xfrm>
        </p:spPr>
        <p:txBody>
          <a:bodyPr anchor="b"/>
          <a:lstStyle/>
          <a:p>
            <a:fld id="{B6F15528-21DE-4FAA-801E-634DDDAF4B2B}"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p:cNvSpPr>
            <a:spLocks noGrp="1"/>
          </p:cNvSpPr>
          <p:nvPr>
            <p:ph type="title"/>
          </p:nvPr>
        </p:nvSpPr>
        <p:spPr>
          <a:xfrm>
            <a:off x="752022" y="966000"/>
            <a:ext cx="3891825" cy="2815698"/>
          </a:xfrm>
        </p:spPr>
        <p:txBody>
          <a:bodyPr anchor="t" anchorCtr="0">
            <a:noAutofit/>
          </a:bodyPr>
          <a:lstStyle>
            <a:lvl1pPr>
              <a:defRPr sz="8400"/>
            </a:lvl1pPr>
          </a:lstStyle>
          <a:p>
            <a:r>
              <a:rPr lang="en-US"/>
              <a:t>Click to edit Master title style</a:t>
            </a:r>
            <a:endParaRPr lang="en-US" dirty="0"/>
          </a:p>
        </p:txBody>
      </p:sp>
      <p:sp>
        <p:nvSpPr>
          <p:cNvPr id="11" name="Picture Placeholder 10"/>
          <p:cNvSpPr>
            <a:spLocks noGrp="1"/>
          </p:cNvSpPr>
          <p:nvPr>
            <p:ph type="pic" sz="quarter" idx="13" hasCustomPrompt="1"/>
          </p:nvPr>
        </p:nvSpPr>
        <p:spPr>
          <a:xfrm>
            <a:off x="910110" y="4349931"/>
            <a:ext cx="5415627" cy="4971069"/>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p:cNvSpPr>
            <a:spLocks noGrp="1"/>
          </p:cNvSpPr>
          <p:nvPr>
            <p:ph sz="quarter" idx="14"/>
          </p:nvPr>
        </p:nvSpPr>
        <p:spPr>
          <a:xfrm>
            <a:off x="6603275" y="966000"/>
            <a:ext cx="10774617" cy="8355000"/>
          </a:xfrm>
        </p:spPr>
        <p:txBody>
          <a:bodyPr anchor="b"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Footer Placeholder 6"/>
          <p:cNvSpPr>
            <a:spLocks noGrp="1"/>
          </p:cNvSpPr>
          <p:nvPr>
            <p:ph type="ftr" sz="quarter" idx="16"/>
          </p:nvPr>
        </p:nvSpPr>
        <p:spPr>
          <a:xfrm>
            <a:off x="818889" y="9657427"/>
            <a:ext cx="7915278" cy="547688"/>
          </a:xfrm>
        </p:spPr>
        <p:txBody>
          <a:bodyPr anchor="b"/>
          <a:lstStyle/>
          <a:p>
            <a:endParaRPr lang="en-US"/>
          </a:p>
        </p:txBody>
      </p:sp>
      <p:sp>
        <p:nvSpPr>
          <p:cNvPr id="12" name="Date Placeholder 5"/>
          <p:cNvSpPr>
            <a:spLocks noGrp="1"/>
          </p:cNvSpPr>
          <p:nvPr>
            <p:ph type="dt" sz="half" idx="15"/>
          </p:nvPr>
        </p:nvSpPr>
        <p:spPr>
          <a:xfrm>
            <a:off x="9285733" y="9648745"/>
            <a:ext cx="3816119" cy="547688"/>
          </a:xfrm>
        </p:spPr>
        <p:txBody>
          <a:bodyPr anchor="b"/>
          <a:lstStyle/>
          <a:p>
            <a:fld id="{1D8BD707-D9CF-40AE-B4C6-C98DA3205C09}" type="datetimeFigureOut">
              <a:rPr lang="en-US" smtClean="0"/>
              <a:t>10/29/2026</a:t>
            </a:fld>
            <a:endParaRPr lang="en-US"/>
          </a:p>
        </p:txBody>
      </p:sp>
      <p:sp>
        <p:nvSpPr>
          <p:cNvPr id="14" name="Slide Number Placeholder 8"/>
          <p:cNvSpPr>
            <a:spLocks noGrp="1"/>
          </p:cNvSpPr>
          <p:nvPr>
            <p:ph type="sldNum" sz="quarter" idx="17"/>
          </p:nvPr>
        </p:nvSpPr>
        <p:spPr>
          <a:xfrm>
            <a:off x="16648693" y="9657427"/>
            <a:ext cx="643811" cy="547688"/>
          </a:xfrm>
        </p:spPr>
        <p:txBody>
          <a:bodyPr anchor="b"/>
          <a:lstStyle/>
          <a:p>
            <a:fld id="{B6F15528-21DE-4FAA-801E-634DDDAF4B2B}"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p:cNvSpPr>
            <a:spLocks noGrp="1"/>
          </p:cNvSpPr>
          <p:nvPr>
            <p:ph type="title"/>
          </p:nvPr>
        </p:nvSpPr>
        <p:spPr>
          <a:xfrm>
            <a:off x="1" y="8257032"/>
            <a:ext cx="8853986" cy="2029968"/>
          </a:xfrm>
        </p:spPr>
        <p:txBody>
          <a:bodyPr anchor="b">
            <a:normAutofit/>
          </a:bodyPr>
          <a:lstStyle>
            <a:lvl1pPr>
              <a:lnSpc>
                <a:spcPct val="120000"/>
              </a:lnSpc>
              <a:defRPr sz="3000" b="0" spc="0" baseline="0">
                <a:solidFill>
                  <a:schemeClr val="tx1"/>
                </a:solidFill>
                <a:latin typeface="+mn-lt"/>
              </a:defRPr>
            </a:lvl1pPr>
          </a:lstStyle>
          <a:p>
            <a:r>
              <a:rPr lang="en-US"/>
              <a:t>Click to edit Master title style</a:t>
            </a:r>
            <a:endParaRPr lang="en-US" dirty="0"/>
          </a:p>
        </p:txBody>
      </p:sp>
      <p:sp>
        <p:nvSpPr>
          <p:cNvPr id="7" name="Content Placeholder 6"/>
          <p:cNvSpPr>
            <a:spLocks noGrp="1"/>
          </p:cNvSpPr>
          <p:nvPr>
            <p:ph sz="quarter" idx="13" hasCustomPrompt="1"/>
          </p:nvPr>
        </p:nvSpPr>
        <p:spPr>
          <a:xfrm>
            <a:off x="-81887" y="-235425"/>
            <a:ext cx="8935872" cy="6765879"/>
          </a:xfrm>
        </p:spPr>
        <p:txBody>
          <a:bodyPr anchor="t">
            <a:normAutofit/>
          </a:bodyPr>
          <a:lstStyle>
            <a:lvl1pPr marL="0" indent="0">
              <a:lnSpc>
                <a:spcPct val="90000"/>
              </a:lnSpc>
              <a:spcBef>
                <a:spcPts val="0"/>
              </a:spcBef>
              <a:buNone/>
              <a:defRPr sz="22500" b="0" i="0">
                <a:solidFill>
                  <a:schemeClr val="tx1"/>
                </a:solidFill>
                <a:latin typeface="+mj-lt"/>
              </a:defRPr>
            </a:lvl1pPr>
          </a:lstStyle>
          <a:p>
            <a:pPr lvl="0"/>
            <a:r>
              <a:rPr lang="en-US" dirty="0"/>
              <a:t>##%</a:t>
            </a:r>
          </a:p>
        </p:txBody>
      </p:sp>
      <p:pic>
        <p:nvPicPr>
          <p:cNvPr id="6" name="Graphic 5"/>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6665152" y="8778240"/>
            <a:ext cx="1508760" cy="1508760"/>
          </a:xfrm>
          <a:prstGeom prst="rect">
            <a:avLst/>
          </a:prstGeom>
        </p:spPr>
      </p:pic>
      <p:sp>
        <p:nvSpPr>
          <p:cNvPr id="5" name="Slide Number Placeholder 4"/>
          <p:cNvSpPr>
            <a:spLocks noGrp="1"/>
          </p:cNvSpPr>
          <p:nvPr>
            <p:ph type="sldNum" sz="quarter" idx="12"/>
          </p:nvPr>
        </p:nvSpPr>
        <p:spPr>
          <a:xfrm>
            <a:off x="17644190" y="151052"/>
            <a:ext cx="643811" cy="547688"/>
          </a:xfrm>
        </p:spPr>
        <p:txBody>
          <a:bodyPr/>
          <a:lstStyle/>
          <a:p>
            <a:fld id="{B6F15528-21DE-4FAA-801E-634DDDAF4B2B}"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p:cNvSpPr>
            <a:spLocks noGrp="1"/>
          </p:cNvSpPr>
          <p:nvPr>
            <p:ph type="title"/>
          </p:nvPr>
        </p:nvSpPr>
        <p:spPr>
          <a:xfrm>
            <a:off x="918972" y="-1700784"/>
            <a:ext cx="15979140" cy="1508760"/>
          </a:xfrm>
        </p:spPr>
        <p:txBody>
          <a:bodyPr/>
          <a:lstStyle/>
          <a:p>
            <a:r>
              <a:rPr lang="en-US"/>
              <a:t>Click to edit Master title style</a:t>
            </a:r>
          </a:p>
        </p:txBody>
      </p:sp>
      <p:pic>
        <p:nvPicPr>
          <p:cNvPr id="3" name="Graphic 2"/>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6644680" y="8778240"/>
            <a:ext cx="1508760" cy="1508760"/>
          </a:xfrm>
          <a:prstGeom prst="rect">
            <a:avLst/>
          </a:prstGeom>
        </p:spPr>
      </p:pic>
      <p:sp>
        <p:nvSpPr>
          <p:cNvPr id="12" name="Footer Placeholder 11"/>
          <p:cNvSpPr>
            <a:spLocks noGrp="1"/>
          </p:cNvSpPr>
          <p:nvPr>
            <p:ph type="ftr" sz="quarter" idx="15"/>
          </p:nvPr>
        </p:nvSpPr>
        <p:spPr/>
        <p:txBody>
          <a:bodyPr/>
          <a:lstStyle/>
          <a:p>
            <a:endParaRPr lang="en-US"/>
          </a:p>
        </p:txBody>
      </p:sp>
      <p:sp>
        <p:nvSpPr>
          <p:cNvPr id="11" name="Date Placeholder 10"/>
          <p:cNvSpPr>
            <a:spLocks noGrp="1"/>
          </p:cNvSpPr>
          <p:nvPr>
            <p:ph type="dt" sz="half" idx="14"/>
          </p:nvPr>
        </p:nvSpPr>
        <p:spPr/>
        <p:txBody>
          <a:bodyPr/>
          <a:lstStyle/>
          <a:p>
            <a:fld id="{1D8BD707-D9CF-40AE-B4C6-C98DA3205C09}" type="datetimeFigureOut">
              <a:rPr lang="en-US" smtClean="0"/>
              <a:t>10/29/2026</a:t>
            </a:fld>
            <a:endParaRPr lang="en-US"/>
          </a:p>
        </p:txBody>
      </p:sp>
      <p:sp>
        <p:nvSpPr>
          <p:cNvPr id="13" name="Slide Number Placeholder 12"/>
          <p:cNvSpPr>
            <a:spLocks noGrp="1"/>
          </p:cNvSpPr>
          <p:nvPr>
            <p:ph type="sldNum" sz="quarter" idx="16"/>
          </p:nvPr>
        </p:nvSpPr>
        <p:spPr/>
        <p:txBody>
          <a:bodyPr/>
          <a:lstStyle/>
          <a:p>
            <a:fld id="{B6F15528-21DE-4FAA-801E-634DDDAF4B2B}" type="slidenum">
              <a:rPr lang="en-US" smtClean="0"/>
              <a:t>‹#›</a:t>
            </a:fld>
            <a:endParaRPr lang="en-US"/>
          </a:p>
        </p:txBody>
      </p:sp>
      <p:sp>
        <p:nvSpPr>
          <p:cNvPr id="7" name="Content Placeholder 6"/>
          <p:cNvSpPr>
            <a:spLocks noGrp="1"/>
          </p:cNvSpPr>
          <p:nvPr>
            <p:ph sz="quarter" idx="13" hasCustomPrompt="1"/>
          </p:nvPr>
        </p:nvSpPr>
        <p:spPr>
          <a:xfrm>
            <a:off x="-26204" y="1525139"/>
            <a:ext cx="15124040" cy="8761863"/>
          </a:xfrm>
        </p:spPr>
        <p:txBody>
          <a:bodyPr anchor="b" anchorCtr="0">
            <a:noAutofit/>
          </a:bodyPr>
          <a:lstStyle>
            <a:lvl1pPr marL="0" indent="0">
              <a:lnSpc>
                <a:spcPct val="80000"/>
              </a:lnSpc>
              <a:buNone/>
              <a:defRPr sz="8400" b="0" spc="-300" baseline="0"/>
            </a:lvl1pPr>
            <a:lvl2pPr marL="342900" indent="0">
              <a:lnSpc>
                <a:spcPct val="80000"/>
              </a:lnSpc>
              <a:buNone/>
              <a:defRPr sz="8400" b="0" spc="-300" baseline="0"/>
            </a:lvl2pPr>
            <a:lvl3pPr marL="685800" indent="0">
              <a:lnSpc>
                <a:spcPct val="80000"/>
              </a:lnSpc>
              <a:buNone/>
              <a:defRPr sz="8400" b="0" spc="-300" baseline="0"/>
            </a:lvl3pPr>
            <a:lvl4pPr marL="1028700" indent="0">
              <a:lnSpc>
                <a:spcPct val="80000"/>
              </a:lnSpc>
              <a:buNone/>
              <a:defRPr sz="8400" b="0" spc="-300" baseline="0"/>
            </a:lvl4pPr>
            <a:lvl5pPr marL="1371600" indent="0">
              <a:lnSpc>
                <a:spcPct val="80000"/>
              </a:lnSpc>
              <a:buNone/>
              <a:defRPr sz="8400" b="0" spc="-3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Graphic 2"/>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6625021" y="8778240"/>
            <a:ext cx="1508760" cy="1508760"/>
          </a:xfrm>
          <a:prstGeom prst="rect">
            <a:avLst/>
          </a:prstGeom>
        </p:spPr>
      </p:pic>
      <p:sp>
        <p:nvSpPr>
          <p:cNvPr id="4" name="Title 1"/>
          <p:cNvSpPr>
            <a:spLocks noGrp="1"/>
          </p:cNvSpPr>
          <p:nvPr>
            <p:ph type="title" hasCustomPrompt="1"/>
          </p:nvPr>
        </p:nvSpPr>
        <p:spPr>
          <a:xfrm>
            <a:off x="-1" y="8849890"/>
            <a:ext cx="8853986" cy="1437110"/>
          </a:xfrm>
        </p:spPr>
        <p:txBody>
          <a:bodyPr anchor="b">
            <a:normAutofit/>
          </a:bodyPr>
          <a:lstStyle>
            <a:lvl1pPr>
              <a:lnSpc>
                <a:spcPct val="80000"/>
              </a:lnSpc>
              <a:defRPr sz="3000" spc="0" baseline="0">
                <a:solidFill>
                  <a:schemeClr val="tx1"/>
                </a:solidFill>
                <a:latin typeface="+mn-lt"/>
              </a:defRPr>
            </a:lvl1pPr>
          </a:lstStyle>
          <a:p>
            <a:r>
              <a:rPr lang="en-US" dirty="0"/>
              <a:t>Quote Author</a:t>
            </a:r>
          </a:p>
        </p:txBody>
      </p:sp>
      <p:sp>
        <p:nvSpPr>
          <p:cNvPr id="5" name="Content Placeholder 6"/>
          <p:cNvSpPr>
            <a:spLocks noGrp="1"/>
          </p:cNvSpPr>
          <p:nvPr>
            <p:ph sz="quarter" idx="13" hasCustomPrompt="1"/>
          </p:nvPr>
        </p:nvSpPr>
        <p:spPr>
          <a:xfrm>
            <a:off x="-27432" y="143301"/>
            <a:ext cx="13441680" cy="6714699"/>
          </a:xfrm>
        </p:spPr>
        <p:txBody>
          <a:bodyPr anchor="t">
            <a:normAutofit/>
          </a:bodyPr>
          <a:lstStyle>
            <a:lvl1pPr marL="247015" indent="-247015">
              <a:lnSpc>
                <a:spcPct val="80000"/>
              </a:lnSpc>
              <a:spcBef>
                <a:spcPts val="0"/>
              </a:spcBef>
              <a:buNone/>
              <a:defRPr sz="8400" spc="-300" baseline="0">
                <a:solidFill>
                  <a:schemeClr val="tx1"/>
                </a:solidFill>
                <a:latin typeface="+mj-lt"/>
              </a:defRPr>
            </a:lvl1pPr>
          </a:lstStyle>
          <a:p>
            <a:pPr lvl="0"/>
            <a:r>
              <a:rPr lang="en-US" dirty="0"/>
              <a:t>Click to add Quote</a:t>
            </a:r>
          </a:p>
        </p:txBody>
      </p:sp>
      <p:sp>
        <p:nvSpPr>
          <p:cNvPr id="8" name="Slide Number Placeholder 9"/>
          <p:cNvSpPr>
            <a:spLocks noGrp="1"/>
          </p:cNvSpPr>
          <p:nvPr>
            <p:ph type="sldNum" sz="quarter" idx="16"/>
          </p:nvPr>
        </p:nvSpPr>
        <p:spPr>
          <a:xfrm>
            <a:off x="17644190" y="165547"/>
            <a:ext cx="643811" cy="547688"/>
          </a:xfrm>
        </p:spPr>
        <p:txBody>
          <a:bodyPr/>
          <a:lstStyle/>
          <a:p>
            <a:fld id="{B6F15528-21DE-4FAA-801E-634DDDAF4B2B}" type="slidenum">
              <a:rPr lang="en-US" smtClean="0"/>
              <a:t>‹#›</a:t>
            </a:fld>
            <a:endParaRPr lang="en-US"/>
          </a:p>
        </p:txBody>
      </p:sp>
      <p:sp>
        <p:nvSpPr>
          <p:cNvPr id="10" name="Footer Placeholder 3"/>
          <p:cNvSpPr>
            <a:spLocks noGrp="1"/>
          </p:cNvSpPr>
          <p:nvPr>
            <p:ph type="ftr" sz="quarter" idx="17"/>
          </p:nvPr>
        </p:nvSpPr>
        <p:spPr>
          <a:xfrm>
            <a:off x="9289545" y="9588847"/>
            <a:ext cx="4657299" cy="547688"/>
          </a:xfrm>
        </p:spPr>
        <p:txBody>
          <a:bodyPr anchor="b"/>
          <a:lstStyle/>
          <a:p>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1481328"/>
            <a:ext cx="5198364" cy="4416552"/>
          </a:xfrm>
        </p:spPr>
        <p:txBody>
          <a:bodyPr/>
          <a:lstStyle/>
          <a:p>
            <a:r>
              <a:rPr lang="en-US"/>
              <a:t>Click to edit Master title style</a:t>
            </a:r>
            <a:endParaRPr lang="en-US" dirty="0"/>
          </a:p>
        </p:txBody>
      </p:sp>
      <p:sp>
        <p:nvSpPr>
          <p:cNvPr id="4" name="Footer Placeholder 3"/>
          <p:cNvSpPr>
            <a:spLocks noGrp="1"/>
          </p:cNvSpPr>
          <p:nvPr>
            <p:ph type="ftr" sz="quarter" idx="11"/>
          </p:nvPr>
        </p:nvSpPr>
        <p:spPr>
          <a:xfrm>
            <a:off x="795530" y="165547"/>
            <a:ext cx="5212080" cy="547688"/>
          </a:xfrm>
        </p:spPr>
        <p:txBody>
          <a:bodyPr/>
          <a:lstStyle/>
          <a:p>
            <a:endParaRPr lang="en-US"/>
          </a:p>
        </p:txBody>
      </p:sp>
      <p:sp>
        <p:nvSpPr>
          <p:cNvPr id="3" name="Date Placeholder 2"/>
          <p:cNvSpPr>
            <a:spLocks noGrp="1"/>
          </p:cNvSpPr>
          <p:nvPr>
            <p:ph type="dt" sz="half" idx="10"/>
          </p:nvPr>
        </p:nvSpPr>
        <p:spPr>
          <a:xfrm>
            <a:off x="6473953" y="156865"/>
            <a:ext cx="7255325" cy="547688"/>
          </a:xfrm>
        </p:spPr>
        <p:txBody>
          <a:bodyPr/>
          <a:lstStyle/>
          <a:p>
            <a:fld id="{1D8BD707-D9CF-40AE-B4C6-C98DA3205C09}" type="datetimeFigureOut">
              <a:rPr lang="en-US" smtClean="0"/>
              <a:t>10/29/2026</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
        <p:nvSpPr>
          <p:cNvPr id="8" name="Content Placeholder 3"/>
          <p:cNvSpPr>
            <a:spLocks noGrp="1"/>
          </p:cNvSpPr>
          <p:nvPr>
            <p:ph sz="quarter" idx="17"/>
          </p:nvPr>
        </p:nvSpPr>
        <p:spPr>
          <a:xfrm>
            <a:off x="6473950" y="1481328"/>
            <a:ext cx="11170238" cy="3840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9"/>
          <p:cNvSpPr>
            <a:spLocks noGrp="1"/>
          </p:cNvSpPr>
          <p:nvPr>
            <p:ph sz="quarter" idx="18"/>
          </p:nvPr>
        </p:nvSpPr>
        <p:spPr>
          <a:xfrm>
            <a:off x="6473951" y="5897880"/>
            <a:ext cx="11170236" cy="3840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8096" y="946404"/>
            <a:ext cx="16527780" cy="1632537"/>
          </a:xfrm>
        </p:spPr>
        <p:txBody>
          <a:bodyPr/>
          <a:lstStyle/>
          <a:p>
            <a:r>
              <a:rPr lang="en-US"/>
              <a:t>Click to edit Master title style</a:t>
            </a:r>
            <a:endParaRPr lang="en-US" dirty="0"/>
          </a:p>
        </p:txBody>
      </p:sp>
      <p:sp>
        <p:nvSpPr>
          <p:cNvPr id="4" name="Footer Placeholder 3"/>
          <p:cNvSpPr>
            <a:spLocks noGrp="1"/>
          </p:cNvSpPr>
          <p:nvPr>
            <p:ph type="ftr" sz="quarter" idx="11"/>
          </p:nvPr>
        </p:nvSpPr>
        <p:spPr>
          <a:xfrm>
            <a:off x="795528" y="165547"/>
            <a:ext cx="7915278" cy="547688"/>
          </a:xfrm>
        </p:spPr>
        <p:txBody>
          <a:bodyPr/>
          <a:lstStyle/>
          <a:p>
            <a:endParaRPr lang="en-US"/>
          </a:p>
        </p:txBody>
      </p:sp>
      <p:sp>
        <p:nvSpPr>
          <p:cNvPr id="3" name="Date Placeholder 2"/>
          <p:cNvSpPr>
            <a:spLocks noGrp="1"/>
          </p:cNvSpPr>
          <p:nvPr>
            <p:ph type="dt" sz="half" idx="10"/>
          </p:nvPr>
        </p:nvSpPr>
        <p:spPr>
          <a:xfrm>
            <a:off x="9285733" y="156865"/>
            <a:ext cx="7255325" cy="547688"/>
          </a:xfrm>
        </p:spPr>
        <p:txBody>
          <a:bodyPr/>
          <a:lstStyle/>
          <a:p>
            <a:fld id="{1D8BD707-D9CF-40AE-B4C6-C98DA3205C09}" type="datetimeFigureOut">
              <a:rPr lang="en-US" smtClean="0"/>
              <a:t>10/29/2026</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
        <p:nvSpPr>
          <p:cNvPr id="6" name="Text Placeholder 2"/>
          <p:cNvSpPr>
            <a:spLocks noGrp="1"/>
          </p:cNvSpPr>
          <p:nvPr>
            <p:ph type="body" idx="1"/>
          </p:nvPr>
        </p:nvSpPr>
        <p:spPr>
          <a:xfrm>
            <a:off x="795528" y="3429001"/>
            <a:ext cx="7776972" cy="801050"/>
          </a:xfrm>
        </p:spPr>
        <p:txBody>
          <a:bodyPr/>
          <a:lstStyle/>
          <a:p>
            <a:pPr lvl="0"/>
            <a:r>
              <a:rPr lang="en-US"/>
              <a:t>Click to edit Master text styles</a:t>
            </a:r>
          </a:p>
        </p:txBody>
      </p:sp>
      <p:sp>
        <p:nvSpPr>
          <p:cNvPr id="10" name="Content Placeholder 5"/>
          <p:cNvSpPr>
            <a:spLocks noGrp="1"/>
          </p:cNvSpPr>
          <p:nvPr>
            <p:ph sz="quarter" idx="17"/>
          </p:nvPr>
        </p:nvSpPr>
        <p:spPr>
          <a:xfrm>
            <a:off x="795527" y="4471415"/>
            <a:ext cx="7774782" cy="53791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4"/>
          <p:cNvSpPr>
            <a:spLocks noGrp="1"/>
          </p:cNvSpPr>
          <p:nvPr>
            <p:ph type="body" sz="quarter" idx="3"/>
          </p:nvPr>
        </p:nvSpPr>
        <p:spPr>
          <a:xfrm>
            <a:off x="9285732" y="3429001"/>
            <a:ext cx="7774782" cy="801050"/>
          </a:xfrm>
        </p:spPr>
        <p:txBody>
          <a:bodyPr/>
          <a:lstStyle/>
          <a:p>
            <a:pPr lvl="0"/>
            <a:r>
              <a:rPr lang="en-US"/>
              <a:t>Click to edit Master text styles</a:t>
            </a:r>
          </a:p>
        </p:txBody>
      </p:sp>
      <p:sp>
        <p:nvSpPr>
          <p:cNvPr id="11" name="Content Placeholder 11"/>
          <p:cNvSpPr>
            <a:spLocks noGrp="1"/>
          </p:cNvSpPr>
          <p:nvPr>
            <p:ph sz="quarter" idx="18"/>
          </p:nvPr>
        </p:nvSpPr>
        <p:spPr>
          <a:xfrm>
            <a:off x="9285732" y="4471416"/>
            <a:ext cx="7774782" cy="53791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10" name="Title 9"/>
          <p:cNvSpPr>
            <a:spLocks noGrp="1"/>
          </p:cNvSpPr>
          <p:nvPr>
            <p:ph type="title"/>
          </p:nvPr>
        </p:nvSpPr>
        <p:spPr>
          <a:xfrm>
            <a:off x="754380" y="966995"/>
            <a:ext cx="16568928" cy="1632537"/>
          </a:xfrm>
        </p:spPr>
        <p:txBody>
          <a:bodyPr/>
          <a:lstStyle/>
          <a:p>
            <a:r>
              <a:rPr lang="en-US"/>
              <a:t>Click to edit Master title style</a:t>
            </a:r>
            <a:endParaRPr lang="en-US" dirty="0"/>
          </a:p>
        </p:txBody>
      </p:sp>
      <p:sp>
        <p:nvSpPr>
          <p:cNvPr id="4" name="Footer Placeholder 3"/>
          <p:cNvSpPr>
            <a:spLocks noGrp="1"/>
          </p:cNvSpPr>
          <p:nvPr>
            <p:ph type="ftr" sz="quarter" idx="11"/>
          </p:nvPr>
        </p:nvSpPr>
        <p:spPr>
          <a:xfrm>
            <a:off x="795528" y="164593"/>
            <a:ext cx="7915278" cy="547688"/>
          </a:xfrm>
        </p:spPr>
        <p:txBody>
          <a:bodyPr/>
          <a:lstStyle/>
          <a:p>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t>10/29/2026</a:t>
            </a:fld>
            <a:endParaRPr lang="en-US"/>
          </a:p>
        </p:txBody>
      </p:sp>
      <p:sp>
        <p:nvSpPr>
          <p:cNvPr id="5" name="Slide Number Placeholder 4"/>
          <p:cNvSpPr>
            <a:spLocks noGrp="1"/>
          </p:cNvSpPr>
          <p:nvPr>
            <p:ph type="sldNum" sz="quarter" idx="12"/>
          </p:nvPr>
        </p:nvSpPr>
        <p:spPr>
          <a:xfrm>
            <a:off x="16847893" y="165547"/>
            <a:ext cx="643811" cy="547688"/>
          </a:xfrm>
        </p:spPr>
        <p:txBody>
          <a:bodyPr/>
          <a:lstStyle/>
          <a:p>
            <a:fld id="{B6F15528-21DE-4FAA-801E-634DDDAF4B2B}" type="slidenum">
              <a:rPr lang="en-US" smtClean="0"/>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a:xfrm>
            <a:off x="0" y="151052"/>
            <a:ext cx="8847945" cy="547688"/>
          </a:xfrm>
        </p:spPr>
        <p:txBody>
          <a:bodyPr/>
          <a:lstStyle/>
          <a:p>
            <a:endParaRPr lang="en-US"/>
          </a:p>
        </p:txBody>
      </p:sp>
      <p:sp>
        <p:nvSpPr>
          <p:cNvPr id="5" name="Date Placeholder 3"/>
          <p:cNvSpPr>
            <a:spLocks noGrp="1"/>
          </p:cNvSpPr>
          <p:nvPr>
            <p:ph type="dt" sz="half" idx="10"/>
          </p:nvPr>
        </p:nvSpPr>
        <p:spPr>
          <a:xfrm>
            <a:off x="9326881" y="151052"/>
            <a:ext cx="7998002" cy="547688"/>
          </a:xfrm>
        </p:spPr>
        <p:txBody>
          <a:bodyPr/>
          <a:lstStyle/>
          <a:p>
            <a:fld id="{1D8BD707-D9CF-40AE-B4C6-C98DA3205C09}" type="datetimeFigureOut">
              <a:rPr lang="en-US" smtClean="0"/>
              <a:t>10/29/2026</a:t>
            </a:fld>
            <a:endParaRPr lang="en-US"/>
          </a:p>
        </p:txBody>
      </p:sp>
      <p:sp>
        <p:nvSpPr>
          <p:cNvPr id="7" name="Slide Number Placeholder 5"/>
          <p:cNvSpPr>
            <a:spLocks noGrp="1"/>
          </p:cNvSpPr>
          <p:nvPr>
            <p:ph type="sldNum" sz="quarter" idx="12"/>
          </p:nvPr>
        </p:nvSpPr>
        <p:spPr>
          <a:xfrm>
            <a:off x="17644190" y="151052"/>
            <a:ext cx="643811" cy="547688"/>
          </a:xfrm>
        </p:spPr>
        <p:txBody>
          <a:bodyPr/>
          <a:lstStyle/>
          <a:p>
            <a:fld id="{B6F15528-21DE-4FAA-801E-634DDDAF4B2B}" type="slidenum">
              <a:rPr lang="en-US" smtClean="0"/>
              <a:t>‹#›</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818890" y="982640"/>
            <a:ext cx="16473614" cy="2292824"/>
          </a:xfrm>
        </p:spPr>
        <p:txBody>
          <a:bodyPr anchor="t">
            <a:noAutofit/>
          </a:bodyPr>
          <a:lstStyle>
            <a:lvl1pPr>
              <a:defRPr sz="8400"/>
            </a:lvl1pPr>
          </a:lstStyle>
          <a:p>
            <a:r>
              <a:rPr lang="en-US"/>
              <a:t>Click to edit Master title style</a:t>
            </a:r>
            <a:endParaRPr lang="en-US" dirty="0"/>
          </a:p>
        </p:txBody>
      </p:sp>
      <p:sp>
        <p:nvSpPr>
          <p:cNvPr id="8" name="Content Placeholder 7"/>
          <p:cNvSpPr>
            <a:spLocks noGrp="1"/>
          </p:cNvSpPr>
          <p:nvPr>
            <p:ph sz="quarter" idx="13"/>
          </p:nvPr>
        </p:nvSpPr>
        <p:spPr>
          <a:xfrm>
            <a:off x="818890" y="3746311"/>
            <a:ext cx="16473614" cy="5076968"/>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5"/>
          <p:cNvSpPr>
            <a:spLocks noGrp="1"/>
          </p:cNvSpPr>
          <p:nvPr>
            <p:ph type="ftr" sz="quarter" idx="16"/>
          </p:nvPr>
        </p:nvSpPr>
        <p:spPr>
          <a:xfrm>
            <a:off x="818889" y="9657427"/>
            <a:ext cx="7915278" cy="547688"/>
          </a:xfrm>
        </p:spPr>
        <p:txBody>
          <a:bodyPr/>
          <a:lstStyle/>
          <a:p>
            <a:endParaRPr lang="en-US"/>
          </a:p>
        </p:txBody>
      </p:sp>
      <p:sp>
        <p:nvSpPr>
          <p:cNvPr id="4" name="Date Placeholder 4"/>
          <p:cNvSpPr>
            <a:spLocks noGrp="1"/>
          </p:cNvSpPr>
          <p:nvPr>
            <p:ph type="dt" sz="half" idx="15"/>
          </p:nvPr>
        </p:nvSpPr>
        <p:spPr>
          <a:xfrm>
            <a:off x="9285733" y="9648745"/>
            <a:ext cx="3816119" cy="547688"/>
          </a:xfrm>
        </p:spPr>
        <p:txBody>
          <a:bodyPr/>
          <a:lstStyle/>
          <a:p>
            <a:fld id="{1D8BD707-D9CF-40AE-B4C6-C98DA3205C09}" type="datetimeFigureOut">
              <a:rPr lang="en-US" smtClean="0"/>
              <a:t>10/29/2026</a:t>
            </a:fld>
            <a:endParaRPr lang="en-US"/>
          </a:p>
        </p:txBody>
      </p:sp>
      <p:sp>
        <p:nvSpPr>
          <p:cNvPr id="6" name="Slide Number Placeholder 6"/>
          <p:cNvSpPr>
            <a:spLocks noGrp="1"/>
          </p:cNvSpPr>
          <p:nvPr>
            <p:ph type="sldNum" sz="quarter" idx="17"/>
          </p:nvPr>
        </p:nvSpPr>
        <p:spPr>
          <a:xfrm>
            <a:off x="16648693" y="9657427"/>
            <a:ext cx="643811" cy="547688"/>
          </a:xfrm>
        </p:spPr>
        <p:txBody>
          <a:bodyPr/>
          <a:lstStyle/>
          <a:p>
            <a:fld id="{B6F15528-21DE-4FAA-801E-634DDDAF4B2B}"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77923" y="4324635"/>
            <a:ext cx="11612777" cy="2763030"/>
          </a:xfrm>
        </p:spPr>
        <p:txBody>
          <a:bodyPr anchor="b">
            <a:noAutofit/>
          </a:bodyPr>
          <a:lstStyle>
            <a:lvl1pPr>
              <a:defRPr sz="8400"/>
            </a:lvl1pPr>
          </a:lstStyle>
          <a:p>
            <a:r>
              <a:rPr lang="en-US"/>
              <a:t>Click to edit Master title style</a:t>
            </a:r>
            <a:endParaRPr lang="en-US" dirty="0"/>
          </a:p>
        </p:txBody>
      </p:sp>
      <p:sp>
        <p:nvSpPr>
          <p:cNvPr id="9" name="Footer Placeholder 4"/>
          <p:cNvSpPr>
            <a:spLocks noGrp="1"/>
          </p:cNvSpPr>
          <p:nvPr>
            <p:ph type="ftr" sz="quarter" idx="11"/>
          </p:nvPr>
        </p:nvSpPr>
        <p:spPr>
          <a:xfrm>
            <a:off x="805359" y="151052"/>
            <a:ext cx="8042586" cy="547688"/>
          </a:xfrm>
        </p:spPr>
        <p:txBody>
          <a:bodyPr/>
          <a:lstStyle/>
          <a:p>
            <a:endParaRPr lang="en-US"/>
          </a:p>
        </p:txBody>
      </p:sp>
      <p:sp>
        <p:nvSpPr>
          <p:cNvPr id="8" name="Date Placeholder 3"/>
          <p:cNvSpPr>
            <a:spLocks noGrp="1"/>
          </p:cNvSpPr>
          <p:nvPr>
            <p:ph type="dt" sz="half" idx="10"/>
          </p:nvPr>
        </p:nvSpPr>
        <p:spPr>
          <a:xfrm>
            <a:off x="9326882" y="151052"/>
            <a:ext cx="3789045" cy="547688"/>
          </a:xfrm>
        </p:spPr>
        <p:txBody>
          <a:bodyPr/>
          <a:lstStyle/>
          <a:p>
            <a:fld id="{1D8BD707-D9CF-40AE-B4C6-C98DA3205C09}" type="datetimeFigureOut">
              <a:rPr lang="en-US" smtClean="0"/>
              <a:t>10/29/2026</a:t>
            </a:fld>
            <a:endParaRPr lang="en-US"/>
          </a:p>
        </p:txBody>
      </p:sp>
      <p:sp>
        <p:nvSpPr>
          <p:cNvPr id="7" name="Content Placeholder 6"/>
          <p:cNvSpPr>
            <a:spLocks noGrp="1"/>
          </p:cNvSpPr>
          <p:nvPr>
            <p:ph sz="quarter" idx="14"/>
          </p:nvPr>
        </p:nvSpPr>
        <p:spPr>
          <a:xfrm>
            <a:off x="805358" y="7383167"/>
            <a:ext cx="11612775" cy="1919423"/>
          </a:xfrm>
        </p:spPr>
        <p:txBody>
          <a:bodyPr anchor="t">
            <a:noAutofit/>
          </a:bodyPr>
          <a:lstStyle>
            <a:lvl1pPr marL="0" indent="0">
              <a:buNone/>
              <a:defRPr sz="2100"/>
            </a:lvl1pPr>
            <a:lvl2pPr marL="342900" indent="0">
              <a:buNone/>
              <a:defRPr sz="2100"/>
            </a:lvl2pPr>
            <a:lvl3pPr marL="685800" indent="0">
              <a:buNone/>
              <a:defRPr sz="2100"/>
            </a:lvl3pPr>
            <a:lvl4pPr marL="1028700" indent="0">
              <a:buNone/>
              <a:defRPr sz="2100"/>
            </a:lvl4pPr>
            <a:lvl5pPr marL="1371600" indent="0">
              <a:buNone/>
              <a:defRPr sz="2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17644190" y="9588262"/>
            <a:ext cx="643811" cy="547688"/>
          </a:xfrm>
        </p:spPr>
        <p:txBody>
          <a:bodyPr anchor="b"/>
          <a:lstStyle/>
          <a:p>
            <a:fld id="{B6F15528-21DE-4FAA-801E-634DDDAF4B2B}" type="slidenum">
              <a:rPr lang="en-US" smtClean="0"/>
              <a:t>‹#›</a:t>
            </a:fld>
            <a:endParaRPr lang="en-US"/>
          </a:p>
        </p:txBody>
      </p:sp>
      <p:sp>
        <p:nvSpPr>
          <p:cNvPr id="3" name="Oval 2"/>
          <p:cNvSpPr/>
          <p:nvPr/>
        </p:nvSpPr>
        <p:spPr>
          <a:xfrm>
            <a:off x="12681269" y="151052"/>
            <a:ext cx="5336856" cy="5336856"/>
          </a:xfrm>
          <a:prstGeom prst="ellipse">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dirty="0"/>
          </a:p>
        </p:txBody>
      </p:sp>
    </p:spTree>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slideLayout" Target="../slideLayouts/slideLayout18.xml" /><Relationship Id="rId26" Type="http://schemas.openxmlformats.org/officeDocument/2006/relationships/slideLayout" Target="../slideLayouts/slideLayout26.xml" /><Relationship Id="rId3" Type="http://schemas.openxmlformats.org/officeDocument/2006/relationships/slideLayout" Target="../slideLayouts/slideLayout3.xml" /><Relationship Id="rId21" Type="http://schemas.openxmlformats.org/officeDocument/2006/relationships/slideLayout" Target="../slideLayouts/slideLayout21.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5" Type="http://schemas.openxmlformats.org/officeDocument/2006/relationships/slideLayout" Target="../slideLayouts/slideLayout25.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20" Type="http://schemas.openxmlformats.org/officeDocument/2006/relationships/slideLayout" Target="../slideLayouts/slideLayout20.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24" Type="http://schemas.openxmlformats.org/officeDocument/2006/relationships/slideLayout" Target="../slideLayouts/slideLayout24.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23" Type="http://schemas.openxmlformats.org/officeDocument/2006/relationships/slideLayout" Target="../slideLayouts/slideLayout23.xml" /><Relationship Id="rId28" Type="http://schemas.openxmlformats.org/officeDocument/2006/relationships/theme" Target="../theme/theme1.xml" /><Relationship Id="rId10" Type="http://schemas.openxmlformats.org/officeDocument/2006/relationships/slideLayout" Target="../slideLayouts/slideLayout10.xml" /><Relationship Id="rId19" Type="http://schemas.openxmlformats.org/officeDocument/2006/relationships/slideLayout" Target="../slideLayouts/slideLayout19.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 Id="rId22" Type="http://schemas.openxmlformats.org/officeDocument/2006/relationships/slideLayout" Target="../slideLayouts/slideLayout22.xml" /><Relationship Id="rId27" Type="http://schemas.openxmlformats.org/officeDocument/2006/relationships/slideLayout" Target="../slideLayouts/slideLayout27.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32" y="966995"/>
            <a:ext cx="18002388" cy="1632537"/>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4" name="Date Placeholder 3"/>
          <p:cNvSpPr>
            <a:spLocks noGrp="1"/>
          </p:cNvSpPr>
          <p:nvPr>
            <p:ph type="dt" sz="half" idx="2"/>
          </p:nvPr>
        </p:nvSpPr>
        <p:spPr>
          <a:xfrm>
            <a:off x="9285733" y="156865"/>
            <a:ext cx="7255325" cy="547688"/>
          </a:xfrm>
          <a:prstGeom prst="rect">
            <a:avLst/>
          </a:prstGeom>
        </p:spPr>
        <p:txBody>
          <a:bodyPr vert="horz" lIns="91440" tIns="45720" rIns="91440" bIns="45720" rtlCol="0" anchor="t"/>
          <a:lstStyle>
            <a:lvl1pPr algn="l" rtl="0">
              <a:lnSpc>
                <a:spcPct val="80000"/>
              </a:lnSpc>
              <a:defRPr sz="1500">
                <a:solidFill>
                  <a:schemeClr val="tx1"/>
                </a:solidFill>
                <a:latin typeface="+mn-lt"/>
              </a:defRPr>
            </a:lvl1pPr>
          </a:lstStyle>
          <a:p>
            <a:fld id="{1D8BD707-D9CF-40AE-B4C6-C98DA3205C09}" type="datetimeFigureOut">
              <a:rPr lang="en-US" smtClean="0"/>
              <a:t>10/29/2026</a:t>
            </a:fld>
            <a:endParaRPr lang="en-US"/>
          </a:p>
        </p:txBody>
      </p:sp>
      <p:sp>
        <p:nvSpPr>
          <p:cNvPr id="5" name="Footer Placeholder 4"/>
          <p:cNvSpPr>
            <a:spLocks noGrp="1"/>
          </p:cNvSpPr>
          <p:nvPr>
            <p:ph type="ftr" sz="quarter" idx="3"/>
          </p:nvPr>
        </p:nvSpPr>
        <p:spPr>
          <a:xfrm>
            <a:off x="21752" y="165547"/>
            <a:ext cx="7915278" cy="547688"/>
          </a:xfrm>
          <a:prstGeom prst="rect">
            <a:avLst/>
          </a:prstGeom>
        </p:spPr>
        <p:txBody>
          <a:bodyPr vert="horz" lIns="91440" tIns="45720" rIns="91440" bIns="45720" rtlCol="0" anchor="t"/>
          <a:lstStyle>
            <a:lvl1pPr algn="l" rtl="0">
              <a:lnSpc>
                <a:spcPct val="80000"/>
              </a:lnSpc>
              <a:defRPr sz="1500">
                <a:solidFill>
                  <a:schemeClr val="tx1"/>
                </a:solidFill>
                <a:latin typeface="+mn-lt"/>
              </a:defRPr>
            </a:lvl1pPr>
          </a:lstStyle>
          <a:p>
            <a:endParaRPr lang="en-US"/>
          </a:p>
        </p:txBody>
      </p:sp>
      <p:sp>
        <p:nvSpPr>
          <p:cNvPr id="6" name="Slide Number Placeholder 5"/>
          <p:cNvSpPr>
            <a:spLocks noGrp="1"/>
          </p:cNvSpPr>
          <p:nvPr>
            <p:ph type="sldNum" sz="quarter" idx="4"/>
          </p:nvPr>
        </p:nvSpPr>
        <p:spPr>
          <a:xfrm>
            <a:off x="17644189" y="165547"/>
            <a:ext cx="643811" cy="547688"/>
          </a:xfrm>
          <a:prstGeom prst="rect">
            <a:avLst/>
          </a:prstGeom>
        </p:spPr>
        <p:txBody>
          <a:bodyPr vert="horz" lIns="91440" tIns="45720" rIns="91440" bIns="45720" rtlCol="0" anchor="t"/>
          <a:lstStyle>
            <a:lvl1pPr algn="r" rtl="0">
              <a:lnSpc>
                <a:spcPct val="80000"/>
              </a:lnSpc>
              <a:defRPr sz="1500">
                <a:solidFill>
                  <a:schemeClr val="tx1"/>
                </a:solidFill>
                <a:latin typeface="+mn-lt"/>
              </a:defRPr>
            </a:lvl1pPr>
          </a:lstStyle>
          <a:p>
            <a:fld id="{B6F15528-21DE-4FAA-801E-634DDDAF4B2B}" type="slidenum">
              <a:rPr lang="en-US" smtClean="0"/>
              <a:t>‹#›</a:t>
            </a:fld>
            <a:endParaRPr lang="en-US"/>
          </a:p>
        </p:txBody>
      </p:sp>
      <p:sp>
        <p:nvSpPr>
          <p:cNvPr id="3" name="Text Placeholder 2"/>
          <p:cNvSpPr>
            <a:spLocks noGrp="1"/>
          </p:cNvSpPr>
          <p:nvPr>
            <p:ph type="body" idx="1"/>
          </p:nvPr>
        </p:nvSpPr>
        <p:spPr>
          <a:xfrm>
            <a:off x="0" y="2861282"/>
            <a:ext cx="18002388" cy="726017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Lst>
  <p:txStyles>
    <p:titleStyle>
      <a:lvl1pPr algn="l" defTabSz="1371600" rtl="0" eaLnBrk="1" latinLnBrk="0" hangingPunct="1">
        <a:lnSpc>
          <a:spcPct val="80000"/>
        </a:lnSpc>
        <a:spcBef>
          <a:spcPct val="0"/>
        </a:spcBef>
        <a:buNone/>
        <a:defRPr sz="8400" b="0" i="0" kern="1200" spc="-300" baseline="0">
          <a:solidFill>
            <a:schemeClr val="tx1"/>
          </a:solidFill>
          <a:latin typeface="+mj-lt"/>
          <a:ea typeface="+mj-ea"/>
          <a:cs typeface="+mj-cs"/>
        </a:defRPr>
      </a:lvl1pPr>
    </p:titleStyle>
    <p:bodyStyle>
      <a:lvl1pPr marL="0" indent="0" algn="l" defTabSz="1371600" rtl="0" eaLnBrk="1" latinLnBrk="0" hangingPunct="1">
        <a:lnSpc>
          <a:spcPct val="80000"/>
        </a:lnSpc>
        <a:spcBef>
          <a:spcPts val="1500"/>
        </a:spcBef>
        <a:buFont typeface="Arial" panose="020B0604020202020204" pitchFamily="34" charset="0"/>
        <a:buNone/>
        <a:defRPr sz="2100" kern="1200" baseline="0">
          <a:solidFill>
            <a:schemeClr val="tx1"/>
          </a:solidFill>
          <a:latin typeface="+mn-lt"/>
          <a:ea typeface="+mn-ea"/>
          <a:cs typeface="+mn-cs"/>
        </a:defRPr>
      </a:lvl1pPr>
      <a:lvl2pPr marL="342900" indent="0" algn="l" defTabSz="1371600" rtl="0" eaLnBrk="1" latinLnBrk="0" hangingPunct="1">
        <a:lnSpc>
          <a:spcPct val="80000"/>
        </a:lnSpc>
        <a:spcBef>
          <a:spcPts val="1500"/>
        </a:spcBef>
        <a:buFont typeface="Arial" panose="020B0604020202020204" pitchFamily="34" charset="0"/>
        <a:buNone/>
        <a:defRPr sz="2100" kern="1200" baseline="0">
          <a:solidFill>
            <a:schemeClr val="tx1"/>
          </a:solidFill>
          <a:latin typeface="+mn-lt"/>
          <a:ea typeface="+mn-ea"/>
          <a:cs typeface="+mn-cs"/>
        </a:defRPr>
      </a:lvl2pPr>
      <a:lvl3pPr marL="685800" indent="0" algn="l" defTabSz="1371600" rtl="0" eaLnBrk="1" latinLnBrk="0" hangingPunct="1">
        <a:lnSpc>
          <a:spcPct val="80000"/>
        </a:lnSpc>
        <a:spcBef>
          <a:spcPts val="1500"/>
        </a:spcBef>
        <a:buFont typeface="Arial" panose="020B0604020202020204" pitchFamily="34" charset="0"/>
        <a:buNone/>
        <a:defRPr sz="2100" kern="1200" baseline="0">
          <a:solidFill>
            <a:schemeClr val="tx1"/>
          </a:solidFill>
          <a:latin typeface="+mn-lt"/>
          <a:ea typeface="+mn-ea"/>
          <a:cs typeface="+mn-cs"/>
        </a:defRPr>
      </a:lvl3pPr>
      <a:lvl4pPr marL="1028700" indent="0" algn="l" defTabSz="1371600" rtl="0" eaLnBrk="1" latinLnBrk="0" hangingPunct="1">
        <a:lnSpc>
          <a:spcPct val="80000"/>
        </a:lnSpc>
        <a:spcBef>
          <a:spcPts val="1500"/>
        </a:spcBef>
        <a:buFont typeface="Arial" panose="020B0604020202020204" pitchFamily="34" charset="0"/>
        <a:buNone/>
        <a:defRPr sz="2100" kern="1200" baseline="0">
          <a:solidFill>
            <a:schemeClr val="tx1"/>
          </a:solidFill>
          <a:latin typeface="+mn-lt"/>
          <a:ea typeface="+mn-ea"/>
          <a:cs typeface="+mn-cs"/>
        </a:defRPr>
      </a:lvl4pPr>
      <a:lvl5pPr marL="1371600" indent="0" algn="l" defTabSz="1371600" rtl="0" eaLnBrk="1" latinLnBrk="0" hangingPunct="1">
        <a:lnSpc>
          <a:spcPct val="80000"/>
        </a:lnSpc>
        <a:spcBef>
          <a:spcPts val="1500"/>
        </a:spcBef>
        <a:buFont typeface="Arial" panose="020B0604020202020204" pitchFamily="34" charset="0"/>
        <a:buNone/>
        <a:defRPr sz="2100" kern="1200" baseline="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image" Target="../media/image8.jpeg" /><Relationship Id="rId1" Type="http://schemas.openxmlformats.org/officeDocument/2006/relationships/slideLayout" Target="../slideLayouts/slideLayout25.xml" /><Relationship Id="rId4" Type="http://schemas.openxmlformats.org/officeDocument/2006/relationships/image" Target="../media/image10.png"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 /></Relationships>
</file>

<file path=ppt/slides/_rels/slide5.xml.rels><?xml version="1.0" encoding="UTF-8" standalone="yes"?>
<Relationships xmlns="http://schemas.openxmlformats.org/package/2006/relationships"><Relationship Id="rId2" Type="http://schemas.openxmlformats.org/officeDocument/2006/relationships/image" Target="../media/image11.jpeg" /><Relationship Id="rId1" Type="http://schemas.openxmlformats.org/officeDocument/2006/relationships/slideLayout" Target="../slideLayouts/slideLayout25.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 /></Relationships>
</file>

<file path=ppt/slides/_rels/slide11.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25.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13.png" /><Relationship Id="rId1" Type="http://schemas.openxmlformats.org/officeDocument/2006/relationships/slideLayout" Target="../slideLayouts/slideLayout25.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 /></Relationships>
</file>

<file path=ppt/slides/_rels/slide15.xml.rels><?xml version="1.0" encoding="UTF-8" standalone="yes"?>
<Relationships xmlns="http://schemas.openxmlformats.org/package/2006/relationships"><Relationship Id="rId3" Type="http://schemas.openxmlformats.org/officeDocument/2006/relationships/image" Target="../media/image15.png" /><Relationship Id="rId2" Type="http://schemas.openxmlformats.org/officeDocument/2006/relationships/image" Target="../media/image14.png" /><Relationship Id="rId1" Type="http://schemas.openxmlformats.org/officeDocument/2006/relationships/slideLayout" Target="../slideLayouts/slideLayout25.xml" /><Relationship Id="rId5" Type="http://schemas.openxmlformats.org/officeDocument/2006/relationships/image" Target="../media/image17.jpeg" /><Relationship Id="rId4" Type="http://schemas.openxmlformats.org/officeDocument/2006/relationships/image" Target="../media/image16.png" /></Relationships>
</file>

<file path=ppt/slides/_rels/slide16.xml.rels><?xml version="1.0" encoding="UTF-8" standalone="yes"?>
<Relationships xmlns="http://schemas.openxmlformats.org/package/2006/relationships"><Relationship Id="rId3" Type="http://schemas.openxmlformats.org/officeDocument/2006/relationships/image" Target="../media/image19.png" /><Relationship Id="rId2" Type="http://schemas.openxmlformats.org/officeDocument/2006/relationships/image" Target="../media/image18.png" /><Relationship Id="rId1" Type="http://schemas.openxmlformats.org/officeDocument/2006/relationships/slideLayout" Target="../slideLayouts/slideLayout25.xml" /><Relationship Id="rId4" Type="http://schemas.openxmlformats.org/officeDocument/2006/relationships/image" Target="../media/image20.png" /></Relationships>
</file>

<file path=ppt/slides/_rels/slide17.xml.rels><?xml version="1.0" encoding="UTF-8" standalone="yes"?>
<Relationships xmlns="http://schemas.openxmlformats.org/package/2006/relationships"><Relationship Id="rId2" Type="http://schemas.openxmlformats.org/officeDocument/2006/relationships/image" Target="../media/image18.png" /><Relationship Id="rId1" Type="http://schemas.openxmlformats.org/officeDocument/2006/relationships/slideLayout" Target="../slideLayouts/slideLayout25.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 /></Relationships>
</file>

<file path=ppt/slides/_rels/slide19.xml.rels><?xml version="1.0" encoding="UTF-8" standalone="yes"?>
<Relationships xmlns="http://schemas.openxmlformats.org/package/2006/relationships"><Relationship Id="rId2" Type="http://schemas.openxmlformats.org/officeDocument/2006/relationships/image" Target="../media/image21.png" /><Relationship Id="rId1" Type="http://schemas.openxmlformats.org/officeDocument/2006/relationships/slideLayout" Target="../slideLayouts/slideLayout25.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2" Type="http://schemas.openxmlformats.org/officeDocument/2006/relationships/image" Target="../media/image22.png" /><Relationship Id="rId1" Type="http://schemas.openxmlformats.org/officeDocument/2006/relationships/slideLayout" Target="../slideLayouts/slideLayout25.xml" /></Relationships>
</file>

<file path=ppt/slides/_rels/slide22.xml.rels><?xml version="1.0" encoding="UTF-8" standalone="yes"?>
<Relationships xmlns="http://schemas.openxmlformats.org/package/2006/relationships"><Relationship Id="rId3" Type="http://schemas.openxmlformats.org/officeDocument/2006/relationships/image" Target="../media/image24.svg" /><Relationship Id="rId2" Type="http://schemas.openxmlformats.org/officeDocument/2006/relationships/image" Target="../media/image23.png" /><Relationship Id="rId1" Type="http://schemas.openxmlformats.org/officeDocument/2006/relationships/slideLayout" Target="../slideLayouts/slideLayout25.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0" y="2162176"/>
            <a:ext cx="17983200" cy="9010650"/>
          </a:xfrm>
          <a:prstGeom prst="rect">
            <a:avLst/>
          </a:prstGeom>
        </p:spPr>
        <p:txBody>
          <a:bodyPr lIns="0" tIns="0" rIns="0" bIns="0" rtlCol="0" anchor="t">
            <a:noAutofit/>
          </a:bodyPr>
          <a:lstStyle/>
          <a:p>
            <a:pPr algn="l">
              <a:lnSpc>
                <a:spcPts val="4500"/>
              </a:lnSpc>
            </a:pPr>
            <a:r>
              <a:rPr lang="en-US" sz="3215" b="1" dirty="0">
                <a:solidFill>
                  <a:srgbClr val="02092B"/>
                </a:solidFill>
                <a:latin typeface="Lora Bold" panose="00000800000000000000"/>
                <a:ea typeface="Lora Bold" panose="00000800000000000000"/>
                <a:cs typeface="Lora Bold" panose="00000800000000000000"/>
                <a:sym typeface="Lora Bold" panose="00000800000000000000"/>
              </a:rPr>
              <a:t>     </a:t>
            </a:r>
          </a:p>
          <a:p>
            <a:pPr algn="l">
              <a:lnSpc>
                <a:spcPts val="4500"/>
              </a:lnSpc>
            </a:pPr>
            <a:r>
              <a:rPr lang="en-US" sz="3215" b="1" dirty="0">
                <a:solidFill>
                  <a:srgbClr val="02092B"/>
                </a:solidFill>
                <a:latin typeface="Lora Bold" panose="00000800000000000000"/>
                <a:ea typeface="Lora Bold" panose="00000800000000000000"/>
                <a:cs typeface="Lora Bold" panose="00000800000000000000"/>
                <a:sym typeface="Lora Bold" panose="00000800000000000000"/>
              </a:rPr>
              <a:t>                        </a:t>
            </a:r>
          </a:p>
          <a:p>
            <a:pPr algn="l">
              <a:lnSpc>
                <a:spcPts val="4500"/>
              </a:lnSpc>
            </a:pPr>
            <a:r>
              <a:rPr lang="en-US" sz="3215" b="1" dirty="0">
                <a:solidFill>
                  <a:srgbClr val="02092B"/>
                </a:solidFill>
                <a:latin typeface="Lora Bold" panose="00000800000000000000"/>
                <a:ea typeface="Lora Bold" panose="00000800000000000000"/>
                <a:cs typeface="Lora Bold" panose="00000800000000000000"/>
                <a:sym typeface="Lora Bold" panose="00000800000000000000"/>
              </a:rPr>
              <a:t>                              </a:t>
            </a:r>
            <a:r>
              <a:rPr lang="en-US" sz="4400" b="1" dirty="0">
                <a:solidFill>
                  <a:srgbClr val="02092B"/>
                </a:solidFill>
                <a:latin typeface="Times New Roman" panose="02020603050405020304" pitchFamily="18" charset="0"/>
                <a:ea typeface="Lora Bold" panose="00000800000000000000"/>
                <a:cs typeface="Times New Roman" panose="02020603050405020304" pitchFamily="18" charset="0"/>
                <a:sym typeface="Lora Bold" panose="00000800000000000000"/>
              </a:rPr>
              <a:t>MRV</a:t>
            </a:r>
            <a:r>
              <a:rPr lang="en-US" sz="3215" b="1" dirty="0">
                <a:solidFill>
                  <a:srgbClr val="02092B"/>
                </a:solidFill>
                <a:latin typeface="Lora Bold" panose="00000800000000000000"/>
                <a:ea typeface="Lora Bold" panose="00000800000000000000"/>
                <a:cs typeface="Lora Bold" panose="00000800000000000000"/>
                <a:sym typeface="Lora Bold" panose="00000800000000000000"/>
              </a:rPr>
              <a:t> : </a:t>
            </a:r>
            <a:r>
              <a:rPr lang="en-US" sz="4400" b="1" dirty="0">
                <a:solidFill>
                  <a:srgbClr val="02092B"/>
                </a:solidFill>
                <a:latin typeface="Times New Roman" panose="02020603050405020304" pitchFamily="18" charset="0"/>
                <a:ea typeface="Lora Bold" panose="00000800000000000000"/>
                <a:cs typeface="Times New Roman" panose="02020603050405020304" pitchFamily="18" charset="0"/>
                <a:sym typeface="Lora Bold" panose="00000800000000000000"/>
              </a:rPr>
              <a:t>Interpreting Medical Report Into Voice</a:t>
            </a:r>
          </a:p>
          <a:p>
            <a:pPr algn="l">
              <a:lnSpc>
                <a:spcPts val="4500"/>
              </a:lnSpc>
            </a:pPr>
            <a:r>
              <a:rPr lang="en-US" sz="4400" b="1" dirty="0">
                <a:solidFill>
                  <a:srgbClr val="02092B"/>
                </a:solidFill>
                <a:latin typeface="Times New Roman" panose="02020603050405020304" pitchFamily="18" charset="0"/>
                <a:ea typeface="Lora Bold" panose="00000800000000000000"/>
                <a:cs typeface="Times New Roman" panose="02020603050405020304" pitchFamily="18" charset="0"/>
                <a:sym typeface="Lora Bold" panose="00000800000000000000"/>
              </a:rPr>
              <a:t>                                          in Regional Languages</a:t>
            </a:r>
            <a:r>
              <a:rPr lang="en-US" sz="3215" b="1" dirty="0">
                <a:solidFill>
                  <a:srgbClr val="02092B"/>
                </a:solidFill>
                <a:latin typeface="Lora Bold" panose="00000800000000000000"/>
                <a:ea typeface="Lora Bold" panose="00000800000000000000"/>
                <a:cs typeface="Lora Bold" panose="00000800000000000000"/>
                <a:sym typeface="Lora Bold" panose="00000800000000000000"/>
              </a:rPr>
              <a:t> </a:t>
            </a:r>
          </a:p>
          <a:p>
            <a:pPr algn="l">
              <a:lnSpc>
                <a:spcPts val="4500"/>
              </a:lnSpc>
            </a:pPr>
            <a:r>
              <a:rPr lang="en-US" sz="3215" b="1" dirty="0">
                <a:solidFill>
                  <a:srgbClr val="02092B"/>
                </a:solidFill>
                <a:latin typeface="Lora Bold" panose="00000800000000000000"/>
                <a:ea typeface="Lora Bold" panose="00000800000000000000"/>
                <a:cs typeface="Lora Bold" panose="00000800000000000000"/>
                <a:sym typeface="Lora Bold" panose="00000800000000000000"/>
              </a:rPr>
              <a:t>                                  </a:t>
            </a:r>
            <a:endParaRPr lang="en-US" sz="4400" b="1" dirty="0">
              <a:solidFill>
                <a:srgbClr val="02092B"/>
              </a:solidFill>
              <a:latin typeface="Times New Roman" panose="02020603050405020304" pitchFamily="18" charset="0"/>
              <a:ea typeface="Lora Bold" panose="00000800000000000000"/>
              <a:cs typeface="Times New Roman" panose="02020603050405020304" pitchFamily="18" charset="0"/>
              <a:sym typeface="Lora Bold" panose="00000800000000000000"/>
            </a:endParaRPr>
          </a:p>
          <a:p>
            <a:pPr algn="l">
              <a:lnSpc>
                <a:spcPts val="4500"/>
              </a:lnSpc>
            </a:pPr>
            <a:r>
              <a:rPr lang="en-US" sz="4400" b="1" dirty="0">
                <a:solidFill>
                  <a:srgbClr val="02092B"/>
                </a:solidFill>
                <a:latin typeface="Times New Roman" panose="02020603050405020304" pitchFamily="18" charset="0"/>
                <a:ea typeface="Lora Bold" panose="00000800000000000000"/>
                <a:cs typeface="Times New Roman" panose="02020603050405020304" pitchFamily="18" charset="0"/>
                <a:sym typeface="Lora Bold" panose="00000800000000000000"/>
              </a:rPr>
              <a:t>;</a:t>
            </a:r>
          </a:p>
          <a:p>
            <a:pPr algn="l">
              <a:lnSpc>
                <a:spcPts val="4500"/>
              </a:lnSpc>
            </a:pPr>
            <a:endParaRPr lang="en-US" sz="4400" b="1" dirty="0">
              <a:solidFill>
                <a:srgbClr val="02092B"/>
              </a:solidFill>
              <a:latin typeface="Times New Roman" panose="02020603050405020304" pitchFamily="18" charset="0"/>
              <a:ea typeface="Lora Bold" panose="00000800000000000000"/>
              <a:cs typeface="Times New Roman" panose="02020603050405020304" pitchFamily="18" charset="0"/>
              <a:sym typeface="Lora Bold" panose="00000800000000000000"/>
            </a:endParaRPr>
          </a:p>
          <a:p>
            <a:pPr algn="l">
              <a:lnSpc>
                <a:spcPts val="4500"/>
              </a:lnSpc>
            </a:pPr>
            <a:endParaRPr lang="en-US" sz="3215" b="1" dirty="0">
              <a:solidFill>
                <a:srgbClr val="02092B"/>
              </a:solidFill>
              <a:latin typeface="Lora Bold" panose="00000800000000000000"/>
              <a:ea typeface="Lora Bold" panose="00000800000000000000"/>
              <a:cs typeface="Lora Bold" panose="00000800000000000000"/>
              <a:sym typeface="Lora Bold" panose="00000800000000000000"/>
            </a:endParaRPr>
          </a:p>
          <a:p>
            <a:pPr algn="l">
              <a:lnSpc>
                <a:spcPts val="4500"/>
              </a:lnSpc>
            </a:pPr>
            <a:endParaRPr lang="en-US" sz="3215" b="1" dirty="0">
              <a:solidFill>
                <a:srgbClr val="02092B"/>
              </a:solidFill>
              <a:latin typeface="Lora Bold" panose="00000800000000000000"/>
              <a:ea typeface="Lora Bold" panose="00000800000000000000"/>
              <a:cs typeface="Times New Roman" panose="02020603050405020304" pitchFamily="18" charset="0"/>
              <a:sym typeface="Lora Bold" panose="00000800000000000000"/>
            </a:endParaRPr>
          </a:p>
          <a:p>
            <a:pPr algn="l">
              <a:lnSpc>
                <a:spcPts val="4500"/>
              </a:lnSpc>
            </a:pPr>
            <a:r>
              <a:rPr lang="en-US" sz="3215" b="1" dirty="0">
                <a:solidFill>
                  <a:srgbClr val="02092B"/>
                </a:solidFill>
                <a:latin typeface="Times New Roman" panose="02020603050405020304" pitchFamily="18" charset="0"/>
                <a:ea typeface="Lora Bold" panose="00000800000000000000"/>
                <a:cs typeface="Times New Roman" panose="02020603050405020304" pitchFamily="18" charset="0"/>
                <a:sym typeface="Lora Bold" panose="00000800000000000000"/>
              </a:rPr>
              <a:t>    Team</a:t>
            </a:r>
            <a:r>
              <a:rPr lang="en-US" sz="3215" b="1" dirty="0">
                <a:solidFill>
                  <a:srgbClr val="02092B"/>
                </a:solidFill>
                <a:latin typeface="Lora Bold" panose="00000800000000000000"/>
                <a:ea typeface="Lora Bold" panose="00000800000000000000"/>
                <a:cs typeface="Lora Bold" panose="00000800000000000000"/>
                <a:sym typeface="Lora Bold" panose="00000800000000000000"/>
              </a:rPr>
              <a:t> </a:t>
            </a:r>
            <a:r>
              <a:rPr lang="en-US" sz="3215" b="1" dirty="0">
                <a:solidFill>
                  <a:srgbClr val="02092B"/>
                </a:solidFill>
                <a:latin typeface="Times New Roman" panose="02020603050405020304" pitchFamily="18" charset="0"/>
                <a:ea typeface="Lora Bold" panose="00000800000000000000"/>
                <a:cs typeface="Times New Roman" panose="02020603050405020304" pitchFamily="18" charset="0"/>
                <a:sym typeface="Lora Bold" panose="00000800000000000000"/>
              </a:rPr>
              <a:t>members</a:t>
            </a:r>
            <a:r>
              <a:rPr lang="en-US" sz="3215" b="1" dirty="0">
                <a:solidFill>
                  <a:srgbClr val="02092B"/>
                </a:solidFill>
                <a:latin typeface="Lora Bold" panose="00000800000000000000"/>
                <a:ea typeface="Lora Bold" panose="00000800000000000000"/>
                <a:cs typeface="Lora Bold" panose="00000800000000000000"/>
                <a:sym typeface="Lora Bold" panose="00000800000000000000"/>
              </a:rPr>
              <a:t> :</a:t>
            </a:r>
          </a:p>
          <a:p>
            <a:pPr algn="l">
              <a:lnSpc>
                <a:spcPts val="4500"/>
              </a:lnSpc>
            </a:pPr>
            <a:r>
              <a:rPr lang="en-US" sz="3215" b="1" dirty="0">
                <a:solidFill>
                  <a:srgbClr val="02092B"/>
                </a:solidFill>
                <a:latin typeface="Lora Bold" panose="00000800000000000000"/>
                <a:ea typeface="Lora Bold" panose="00000800000000000000"/>
                <a:cs typeface="Lora Bold" panose="00000800000000000000"/>
                <a:sym typeface="Lora Bold" panose="00000800000000000000"/>
              </a:rPr>
              <a:t>    </a:t>
            </a:r>
            <a:r>
              <a:rPr lang="en-US" sz="3215" b="1" dirty="0" err="1">
                <a:solidFill>
                  <a:srgbClr val="02092B"/>
                </a:solidFill>
                <a:latin typeface="Times New Roman" panose="02020603050405020304" pitchFamily="18" charset="0"/>
                <a:ea typeface="Lora Bold" panose="00000800000000000000"/>
                <a:cs typeface="Times New Roman" panose="02020603050405020304" pitchFamily="18" charset="0"/>
                <a:sym typeface="Lora Bold" panose="00000800000000000000"/>
              </a:rPr>
              <a:t>M.Dharshini(24619111)</a:t>
            </a:r>
            <a:endParaRPr lang="en-US" sz="3215" b="1" dirty="0">
              <a:solidFill>
                <a:srgbClr val="02092B"/>
              </a:solidFill>
              <a:latin typeface="Times New Roman" panose="02020603050405020304" pitchFamily="18" charset="0"/>
              <a:ea typeface="Lora Bold" panose="00000800000000000000"/>
              <a:cs typeface="Times New Roman" panose="02020603050405020304" pitchFamily="18" charset="0"/>
              <a:sym typeface="Lora Bold" panose="00000800000000000000"/>
            </a:endParaRPr>
          </a:p>
          <a:p>
            <a:pPr algn="l">
              <a:lnSpc>
                <a:spcPts val="4500"/>
              </a:lnSpc>
            </a:pPr>
            <a:r>
              <a:rPr lang="en-US" sz="3215" b="1" dirty="0">
                <a:solidFill>
                  <a:srgbClr val="02092B"/>
                </a:solidFill>
                <a:latin typeface="Lora Bold" panose="00000800000000000000"/>
                <a:ea typeface="Lora Bold" panose="00000800000000000000"/>
                <a:cs typeface="Lora Bold" panose="00000800000000000000"/>
                <a:sym typeface="Lora Bold" panose="00000800000000000000"/>
              </a:rPr>
              <a:t>    </a:t>
            </a:r>
            <a:r>
              <a:rPr lang="en-US" sz="3215" b="1" dirty="0" err="1">
                <a:solidFill>
                  <a:srgbClr val="02092B"/>
                </a:solidFill>
                <a:latin typeface="Times New Roman" panose="02020603050405020304" pitchFamily="18" charset="0"/>
                <a:ea typeface="Lora Bold" panose="00000800000000000000"/>
                <a:cs typeface="Times New Roman" panose="02020603050405020304" pitchFamily="18" charset="0"/>
                <a:sym typeface="Lora Bold" panose="00000800000000000000"/>
              </a:rPr>
              <a:t>A.Devi(24619108)</a:t>
            </a:r>
            <a:endParaRPr lang="en-US" sz="3215" b="1" dirty="0">
              <a:solidFill>
                <a:srgbClr val="02092B"/>
              </a:solidFill>
              <a:latin typeface="Times New Roman" panose="02020603050405020304" pitchFamily="18" charset="0"/>
              <a:ea typeface="Lora Bold" panose="00000800000000000000"/>
              <a:cs typeface="Times New Roman" panose="02020603050405020304" pitchFamily="18" charset="0"/>
              <a:sym typeface="Lora Bold" panose="00000800000000000000"/>
            </a:endParaRPr>
          </a:p>
          <a:p>
            <a:pPr algn="l">
              <a:lnSpc>
                <a:spcPts val="4500"/>
              </a:lnSpc>
            </a:pPr>
            <a:r>
              <a:rPr lang="en-US" sz="3215" b="1" dirty="0">
                <a:solidFill>
                  <a:srgbClr val="02092B"/>
                </a:solidFill>
                <a:latin typeface="Lora Bold" panose="00000800000000000000"/>
                <a:ea typeface="Lora Bold" panose="00000800000000000000"/>
                <a:cs typeface="Lora Bold" panose="00000800000000000000"/>
                <a:sym typeface="Lora Bold" panose="00000800000000000000"/>
              </a:rPr>
              <a:t>    </a:t>
            </a:r>
            <a:r>
              <a:rPr lang="en-US" sz="3215" b="1" dirty="0" err="1">
                <a:solidFill>
                  <a:srgbClr val="02092B"/>
                </a:solidFill>
                <a:latin typeface="Times New Roman" panose="02020603050405020304" pitchFamily="18" charset="0"/>
                <a:ea typeface="Lora Bold" panose="00000800000000000000"/>
                <a:cs typeface="Times New Roman" panose="02020603050405020304" pitchFamily="18" charset="0"/>
                <a:sym typeface="Lora Bold" panose="00000800000000000000"/>
              </a:rPr>
              <a:t>B.Jothi</a:t>
            </a:r>
            <a:r>
              <a:rPr lang="en-US" sz="3215" b="1" dirty="0">
                <a:solidFill>
                  <a:srgbClr val="02092B"/>
                </a:solidFill>
                <a:latin typeface="Lora Bold" panose="00000800000000000000"/>
                <a:ea typeface="Lora Bold" panose="00000800000000000000"/>
                <a:cs typeface="Lora Bold" panose="00000800000000000000"/>
                <a:sym typeface="Lora Bold" panose="00000800000000000000"/>
              </a:rPr>
              <a:t> </a:t>
            </a:r>
            <a:r>
              <a:rPr lang="en-US" sz="3215" b="1" dirty="0">
                <a:solidFill>
                  <a:srgbClr val="02092B"/>
                </a:solidFill>
                <a:latin typeface="Times New Roman" panose="02020603050405020304" pitchFamily="18" charset="0"/>
                <a:ea typeface="Lora Bold" panose="00000800000000000000"/>
                <a:cs typeface="Times New Roman" panose="02020603050405020304" pitchFamily="18" charset="0"/>
                <a:sym typeface="Lora Bold" panose="00000800000000000000"/>
              </a:rPr>
              <a:t>Lakshmi(24619106) </a:t>
            </a:r>
          </a:p>
        </p:txBody>
      </p:sp>
      <p:sp>
        <p:nvSpPr>
          <p:cNvPr id="4" name="TextBox 4"/>
          <p:cNvSpPr txBox="1"/>
          <p:nvPr/>
        </p:nvSpPr>
        <p:spPr>
          <a:xfrm>
            <a:off x="5105401" y="7124701"/>
            <a:ext cx="13182599" cy="3354070"/>
          </a:xfrm>
          <a:prstGeom prst="rect">
            <a:avLst/>
          </a:prstGeom>
        </p:spPr>
        <p:txBody>
          <a:bodyPr lIns="0" tIns="0" rIns="0" bIns="0" rtlCol="0" anchor="t">
            <a:noAutofit/>
          </a:bodyPr>
          <a:lstStyle/>
          <a:p>
            <a:pPr algn="just">
              <a:lnSpc>
                <a:spcPts val="4555"/>
              </a:lnSpc>
            </a:pPr>
            <a:r>
              <a:rPr lang="en-US" sz="3255" b="1" dirty="0">
                <a:solidFill>
                  <a:srgbClr val="02092B"/>
                </a:solidFill>
                <a:latin typeface="Lora Bold" panose="00000800000000000000"/>
                <a:ea typeface="Lora Bold" panose="00000800000000000000"/>
                <a:cs typeface="Lora Bold" panose="00000800000000000000"/>
                <a:sym typeface="Lora Bold" panose="00000800000000000000"/>
              </a:rPr>
              <a:t>       </a:t>
            </a:r>
            <a:r>
              <a:rPr lang="en-US" sz="3255" b="1" dirty="0">
                <a:solidFill>
                  <a:srgbClr val="02092B"/>
                </a:solidFill>
                <a:latin typeface="Times New Roman" panose="02020603050405020304" pitchFamily="18" charset="0"/>
                <a:ea typeface="Lora Bold" panose="00000800000000000000"/>
                <a:cs typeface="Times New Roman" panose="02020603050405020304" pitchFamily="18" charset="0"/>
                <a:sym typeface="Lora Bold" panose="00000800000000000000"/>
              </a:rPr>
              <a:t>Guide:                                                                  Department:</a:t>
            </a:r>
          </a:p>
          <a:p>
            <a:pPr algn="just">
              <a:lnSpc>
                <a:spcPts val="4555"/>
              </a:lnSpc>
            </a:pPr>
            <a:r>
              <a:rPr lang="en-US" sz="3255" b="1" dirty="0" err="1">
                <a:solidFill>
                  <a:srgbClr val="02092B"/>
                </a:solidFill>
                <a:latin typeface="Times New Roman" panose="02020603050405020304" pitchFamily="18" charset="0"/>
                <a:ea typeface="Lora Bold" panose="00000800000000000000"/>
                <a:cs typeface="Times New Roman" panose="02020603050405020304" pitchFamily="18" charset="0"/>
                <a:sym typeface="Lora Bold" panose="00000800000000000000"/>
              </a:rPr>
              <a:t>       Dr.G.Revathy,M.E, Ph.D</a:t>
            </a:r>
            <a:r>
              <a:rPr lang="en-US" sz="3255" b="1" dirty="0">
                <a:solidFill>
                  <a:srgbClr val="02092B"/>
                </a:solidFill>
                <a:latin typeface="Times New Roman" panose="02020603050405020304" pitchFamily="18" charset="0"/>
                <a:ea typeface="Lora Bold" panose="00000800000000000000"/>
                <a:cs typeface="Times New Roman" panose="02020603050405020304" pitchFamily="18" charset="0"/>
                <a:sym typeface="Lora Bold" panose="00000800000000000000"/>
              </a:rPr>
              <a:t>                                    </a:t>
            </a:r>
            <a:r>
              <a:rPr lang="en-US" sz="3255" b="1" dirty="0" err="1">
                <a:solidFill>
                  <a:srgbClr val="02092B"/>
                </a:solidFill>
                <a:latin typeface="Times New Roman" panose="02020603050405020304" pitchFamily="18" charset="0"/>
                <a:ea typeface="Lora Bold" panose="00000800000000000000"/>
                <a:cs typeface="Times New Roman" panose="02020603050405020304" pitchFamily="18" charset="0"/>
                <a:sym typeface="Lora Bold" panose="00000800000000000000"/>
              </a:rPr>
              <a:t>B.Tech</a:t>
            </a:r>
            <a:r>
              <a:rPr lang="en-US" sz="3255" b="1" dirty="0">
                <a:solidFill>
                  <a:srgbClr val="02092B"/>
                </a:solidFill>
                <a:latin typeface="Times New Roman" panose="02020603050405020304" pitchFamily="18" charset="0"/>
                <a:ea typeface="Lora Bold" panose="00000800000000000000"/>
                <a:cs typeface="Times New Roman" panose="02020603050405020304" pitchFamily="18" charset="0"/>
                <a:sym typeface="Lora Bold" panose="00000800000000000000"/>
              </a:rPr>
              <a:t> CSE </a:t>
            </a:r>
          </a:p>
          <a:p>
            <a:pPr algn="just">
              <a:lnSpc>
                <a:spcPts val="4555"/>
              </a:lnSpc>
            </a:pPr>
            <a:r>
              <a:rPr lang="en-US" sz="3255" b="1" dirty="0">
                <a:solidFill>
                  <a:srgbClr val="02092B"/>
                </a:solidFill>
                <a:latin typeface="Times New Roman" panose="02020603050405020304" pitchFamily="18" charset="0"/>
                <a:ea typeface="Lora Bold" panose="00000800000000000000"/>
                <a:cs typeface="Times New Roman" panose="02020603050405020304" pitchFamily="18" charset="0"/>
                <a:sym typeface="Lora Bold" panose="00000800000000000000"/>
              </a:rPr>
              <a:t>       Assistant Professor                                             Artificial Intelligence</a:t>
            </a:r>
          </a:p>
          <a:p>
            <a:pPr algn="just">
              <a:lnSpc>
                <a:spcPts val="4555"/>
              </a:lnSpc>
            </a:pPr>
            <a:r>
              <a:rPr lang="en-US" sz="3255" b="1" dirty="0">
                <a:solidFill>
                  <a:srgbClr val="02092B"/>
                </a:solidFill>
                <a:latin typeface="Times New Roman" panose="02020603050405020304" pitchFamily="18" charset="0"/>
                <a:ea typeface="Lora Bold" panose="00000800000000000000"/>
                <a:cs typeface="Times New Roman" panose="02020603050405020304" pitchFamily="18" charset="0"/>
                <a:sym typeface="Lora Bold" panose="00000800000000000000"/>
              </a:rPr>
              <a:t>      (Department of Artificial Intelligence              &amp; Machine Learning</a:t>
            </a:r>
          </a:p>
          <a:p>
            <a:pPr algn="just">
              <a:lnSpc>
                <a:spcPts val="4555"/>
              </a:lnSpc>
            </a:pPr>
            <a:r>
              <a:rPr lang="en-US" sz="3255" b="1" dirty="0">
                <a:solidFill>
                  <a:srgbClr val="02092B"/>
                </a:solidFill>
                <a:latin typeface="Times New Roman" panose="02020603050405020304" pitchFamily="18" charset="0"/>
                <a:ea typeface="Lora Bold" panose="00000800000000000000"/>
                <a:cs typeface="Times New Roman" panose="02020603050405020304" pitchFamily="18" charset="0"/>
                <a:sym typeface="Lora Bold" panose="00000800000000000000"/>
              </a:rPr>
              <a:t>     &amp; Machine Learning</a:t>
            </a:r>
          </a:p>
          <a:p>
            <a:pPr algn="l">
              <a:lnSpc>
                <a:spcPts val="4555"/>
              </a:lnSpc>
            </a:pPr>
            <a:endParaRPr lang="en-US" sz="3255" b="1" dirty="0">
              <a:solidFill>
                <a:srgbClr val="02092B"/>
              </a:solidFill>
              <a:latin typeface="Lora Bold" panose="00000800000000000000"/>
              <a:ea typeface="Lora Bold" panose="00000800000000000000"/>
              <a:cs typeface="Lora Bold" panose="00000800000000000000"/>
              <a:sym typeface="Lora Bold" panose="00000800000000000000"/>
            </a:endParaRPr>
          </a:p>
          <a:p>
            <a:pPr algn="l">
              <a:lnSpc>
                <a:spcPts val="4555"/>
              </a:lnSpc>
            </a:pPr>
            <a:r>
              <a:rPr lang="en-US" sz="3255" b="1" dirty="0">
                <a:solidFill>
                  <a:srgbClr val="02092B"/>
                </a:solidFill>
                <a:latin typeface="Lora Bold" panose="00000800000000000000"/>
                <a:ea typeface="Lora Bold" panose="00000800000000000000"/>
                <a:cs typeface="Lora Bold" panose="00000800000000000000"/>
                <a:sym typeface="Lora Bold" panose="00000800000000000000"/>
              </a:rPr>
              <a:t>  </a:t>
            </a:r>
          </a:p>
          <a:p>
            <a:pPr algn="l">
              <a:lnSpc>
                <a:spcPts val="4555"/>
              </a:lnSpc>
            </a:pPr>
            <a:r>
              <a:rPr lang="en-US" sz="3255" b="1" dirty="0">
                <a:solidFill>
                  <a:srgbClr val="02092B"/>
                </a:solidFill>
                <a:latin typeface="Lora Bold" panose="00000800000000000000"/>
                <a:ea typeface="Lora Bold" panose="00000800000000000000"/>
                <a:cs typeface="Lora Bold" panose="00000800000000000000"/>
                <a:sym typeface="Lora Bold" panose="00000800000000000000"/>
              </a:rPr>
              <a:t>  </a:t>
            </a:r>
          </a:p>
        </p:txBody>
      </p:sp>
      <p:sp>
        <p:nvSpPr>
          <p:cNvPr id="6" name="Freeform 6"/>
          <p:cNvSpPr/>
          <p:nvPr/>
        </p:nvSpPr>
        <p:spPr>
          <a:xfrm>
            <a:off x="1" y="0"/>
            <a:ext cx="17983200" cy="3162300"/>
          </a:xfrm>
          <a:custGeom>
            <a:avLst/>
            <a:gdLst/>
            <a:ahLst/>
            <a:cxnLst/>
            <a:rect l="l" t="t" r="r" b="b"/>
            <a:pathLst>
              <a:path w="9190515" h="2945953">
                <a:moveTo>
                  <a:pt x="0" y="0"/>
                </a:moveTo>
                <a:lnTo>
                  <a:pt x="9190515" y="0"/>
                </a:lnTo>
                <a:lnTo>
                  <a:pt x="9190515" y="2945954"/>
                </a:lnTo>
                <a:lnTo>
                  <a:pt x="0" y="2945954"/>
                </a:lnTo>
                <a:lnTo>
                  <a:pt x="0" y="0"/>
                </a:lnTo>
                <a:close/>
              </a:path>
            </a:pathLst>
          </a:custGeom>
          <a:blipFill>
            <a:blip r:embed="rId2"/>
            <a:stretch>
              <a:fillRect t="-26808" b="-36976"/>
            </a:stretch>
          </a:blipFill>
        </p:spPr>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2092B"/>
                </a:solidFill>
                <a:latin typeface="Canva Sans" panose="020B0503030501040103"/>
                <a:ea typeface="Canva Sans" panose="020B0503030501040103"/>
                <a:cs typeface="Canva Sans" panose="020B0503030501040103"/>
                <a:sym typeface="Canva Sans" panose="020B0503030501040103"/>
              </a:rPr>
              <a:t>1</a:t>
            </a:r>
          </a:p>
        </p:txBody>
      </p:sp>
      <p:pic>
        <p:nvPicPr>
          <p:cNvPr id="9" name="Picture 8"/>
          <p:cNvPicPr>
            <a:picLocks noChangeAspect="1"/>
          </p:cNvPicPr>
          <p:nvPr/>
        </p:nvPicPr>
        <p:blipFill>
          <a:blip r:embed="rId3"/>
          <a:stretch>
            <a:fillRect/>
          </a:stretch>
        </p:blipFill>
        <p:spPr>
          <a:xfrm>
            <a:off x="457200" y="3063634"/>
            <a:ext cx="2104930" cy="2120424"/>
          </a:xfrm>
          <a:prstGeom prst="rect">
            <a:avLst/>
          </a:prstGeom>
        </p:spPr>
      </p:pic>
      <p:pic>
        <p:nvPicPr>
          <p:cNvPr id="11" name="Picture 10"/>
          <p:cNvPicPr>
            <a:picLocks noChangeAspect="1"/>
          </p:cNvPicPr>
          <p:nvPr/>
        </p:nvPicPr>
        <p:blipFill>
          <a:blip r:embed="rId4"/>
          <a:stretch>
            <a:fillRect/>
          </a:stretch>
        </p:blipFill>
        <p:spPr>
          <a:xfrm>
            <a:off x="14782800" y="3087130"/>
            <a:ext cx="2277334" cy="207343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553200" y="1104900"/>
            <a:ext cx="6280355" cy="76944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 </a:t>
            </a:r>
            <a:r>
              <a:rPr lang="en-US" sz="4400" b="1" dirty="0">
                <a:latin typeface="Times New Roman" panose="02020603050405020304" pitchFamily="18" charset="0"/>
                <a:cs typeface="Times New Roman" panose="02020603050405020304" pitchFamily="18" charset="0"/>
              </a:rPr>
              <a:t>INTRODUCTION</a:t>
            </a:r>
            <a:endParaRPr lang="en-IN" sz="4400" dirty="0"/>
          </a:p>
        </p:txBody>
      </p:sp>
      <p:sp>
        <p:nvSpPr>
          <p:cNvPr id="4" name="Text Box 3"/>
          <p:cNvSpPr txBox="1"/>
          <p:nvPr/>
        </p:nvSpPr>
        <p:spPr>
          <a:xfrm>
            <a:off x="1985010" y="2856865"/>
            <a:ext cx="16010890" cy="6620510"/>
          </a:xfrm>
          <a:prstGeom prst="rect">
            <a:avLst/>
          </a:prstGeom>
          <a:noFill/>
        </p:spPr>
        <p:txBody>
          <a:bodyPr wrap="square" rtlCol="0">
            <a:noAutofit/>
          </a:bodyPr>
          <a:lstStyle/>
          <a:p>
            <a:endParaRPr lang="en-US" altLang="en-US" sz="2800"/>
          </a:p>
          <a:p>
            <a:endParaRPr lang="en-US" altLang="en-US" sz="2800"/>
          </a:p>
          <a:p>
            <a:r>
              <a:rPr lang="en-US" altLang="en-US" sz="2800">
                <a:latin typeface="Times New Roman" panose="02020603050405020304" pitchFamily="18" charset="0"/>
                <a:cs typeface="Times New Roman" panose="02020603050405020304" pitchFamily="18" charset="0"/>
              </a:rPr>
              <a:t>Medical reports often contain complex terminologies that are difficult for patients to understand, especially due to language barriers. To overcome these challenges, our project Medical Report Voice (MRV) provides a simple and multilingual platform to make medical information easily understandable.</a:t>
            </a:r>
          </a:p>
          <a:p>
            <a:endParaRPr lang="en-US" altLang="en-US" sz="2800">
              <a:latin typeface="Times New Roman" panose="02020603050405020304" pitchFamily="18" charset="0"/>
              <a:cs typeface="Times New Roman" panose="02020603050405020304" pitchFamily="18" charset="0"/>
            </a:endParaRPr>
          </a:p>
          <a:p>
            <a:r>
              <a:rPr lang="en-US" altLang="en-US" sz="2800">
                <a:latin typeface="Times New Roman" panose="02020603050405020304" pitchFamily="18" charset="0"/>
                <a:cs typeface="Times New Roman" panose="02020603050405020304" pitchFamily="18" charset="0"/>
              </a:rPr>
              <a:t>The application allows users to upload medical reports in PDF or image format. It extracts the report text using OCR and simplifies complex medical terms into clear, patient-friendly explanations. The Text-to-Speech feature converts these explanations into voice, helping users understand their reports easily. Multiple language options allow users to access information in their preferred language. Additionally, the Health Trend feature helps track changes in health parameters over time, while the Report History feature saves previously uploaded reports for future reference. Thus, MRV makes medical information more accessible through report uploading, text extraction, simplification, multilingual support, voice explanation, health tracking, and history management.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191000" y="114301"/>
            <a:ext cx="8229599" cy="1770549"/>
          </a:xfrm>
          <a:prstGeom prst="rect">
            <a:avLst/>
          </a:prstGeom>
        </p:spPr>
        <p:txBody>
          <a:bodyPr wrap="square" lIns="0" tIns="0" rIns="0" bIns="0" rtlCol="0" anchor="t">
            <a:spAutoFit/>
          </a:bodyPr>
          <a:lstStyle/>
          <a:p>
            <a:pPr algn="ctr">
              <a:lnSpc>
                <a:spcPts val="7275"/>
              </a:lnSpc>
              <a:spcBef>
                <a:spcPct val="0"/>
              </a:spcBef>
            </a:pPr>
            <a:endParaRPr lang="en-US" sz="4400" b="1" spc="-454" dirty="0">
              <a:solidFill>
                <a:srgbClr val="000000"/>
              </a:solidFill>
              <a:latin typeface="Times New Roman" panose="02020603050405020304" pitchFamily="18" charset="0"/>
              <a:ea typeface="Lora"/>
              <a:cs typeface="Times New Roman" panose="02020603050405020304" pitchFamily="18" charset="0"/>
              <a:sym typeface="Lora"/>
            </a:endParaRPr>
          </a:p>
          <a:p>
            <a:pPr algn="ctr">
              <a:lnSpc>
                <a:spcPts val="7275"/>
              </a:lnSpc>
              <a:spcBef>
                <a:spcPct val="0"/>
              </a:spcBef>
            </a:pPr>
            <a:r>
              <a:rPr lang="en-US" sz="4400" b="1" spc="-454" dirty="0">
                <a:solidFill>
                  <a:srgbClr val="000000"/>
                </a:solidFill>
                <a:latin typeface="Times New Roman" panose="02020603050405020304" pitchFamily="18" charset="0"/>
                <a:ea typeface="Lora"/>
                <a:cs typeface="Times New Roman" panose="02020603050405020304" pitchFamily="18" charset="0"/>
                <a:sym typeface="Lora"/>
              </a:rPr>
              <a:t>                                                                                                                                                                                   </a:t>
            </a:r>
          </a:p>
        </p:txBody>
      </p:sp>
      <p:sp>
        <p:nvSpPr>
          <p:cNvPr id="6" name="TextBox 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panose="020B0503030501040103"/>
                <a:ea typeface="Canva Sans" panose="020B0503030501040103"/>
                <a:cs typeface="Canva Sans" panose="020B0503030501040103"/>
                <a:sym typeface="Canva Sans" panose="020B0503030501040103"/>
              </a:rPr>
              <a:t>2</a:t>
            </a:r>
          </a:p>
        </p:txBody>
      </p:sp>
      <p:sp>
        <p:nvSpPr>
          <p:cNvPr id="3" name="Title 2"/>
          <p:cNvSpPr>
            <a:spLocks noGrp="1"/>
          </p:cNvSpPr>
          <p:nvPr>
            <p:ph type="title"/>
          </p:nvPr>
        </p:nvSpPr>
        <p:spPr>
          <a:xfrm>
            <a:off x="809244" y="999575"/>
            <a:ext cx="16669512" cy="1274690"/>
          </a:xfrm>
        </p:spPr>
        <p:txBody>
          <a:bodyPr>
            <a:normAutofit/>
          </a:bodyPr>
          <a:lstStyle/>
          <a:p>
            <a:r>
              <a:rPr lang="en-US" sz="4400" dirty="0">
                <a:latin typeface="Times New Roman" panose="02020603050405020304" pitchFamily="18" charset="0"/>
                <a:cs typeface="Times New Roman" panose="02020603050405020304" pitchFamily="18" charset="0"/>
              </a:rPr>
              <a:t>                                                                   </a:t>
            </a:r>
            <a:r>
              <a:rPr lang="en-US" sz="4400" b="1" dirty="0">
                <a:latin typeface="Times New Roman" panose="02020603050405020304" pitchFamily="18" charset="0"/>
                <a:cs typeface="Times New Roman" panose="02020603050405020304" pitchFamily="18" charset="0"/>
              </a:rPr>
              <a:t>ABSTRACT</a:t>
            </a:r>
            <a:endParaRPr lang="en-IN" sz="440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900881" y="2095500"/>
            <a:ext cx="16669512" cy="7898434"/>
          </a:xfrm>
        </p:spPr>
        <p:txBody>
          <a:bodyPr>
            <a:normAutofit/>
          </a:bodyPr>
          <a:lstStyle/>
          <a:p>
            <a:pPr algn="just">
              <a:lnSpc>
                <a:spcPct val="100000"/>
              </a:lnSpc>
            </a:pPr>
            <a:r>
              <a:rPr lang="en-US" altLang="en-US" sz="2800" dirty="0">
                <a:latin typeface="Times New Roman" panose="02020603050405020304" pitchFamily="18" charset="0"/>
                <a:cs typeface="Times New Roman" panose="02020603050405020304" pitchFamily="18" charset="0"/>
              </a:rPr>
              <a:t>Understanding medical reports is difficult because of complex terminologies used in medical reports. This study proposes the creation of a healthcare application using AI for interpreting the medical reports and making the reports more user-friendly. Medical reports such as CBC, thyroid, and Pulse Reports can be uploaded by the users into the app and using Optical Character Recognition (OCR), data in the report can be extracted. The Large Language Model (LLM) uses this information to interpret the medical report in simple language. Explanation of this interpretation is given in the form of both text and audio in regional languages using Text-to-Speech (TTS) Technology. In addition, the app provides pictorial explanation of body parts involved in the medical condition, important terms in the medical field, and tutorial videos for the first-time users. In addition to these features, Report History allows the user to view past reports while Health Trend Analysis allows the user to track health parameters.</a:t>
            </a:r>
          </a:p>
          <a:p>
            <a:pPr algn="just">
              <a:lnSpc>
                <a:spcPct val="100000"/>
              </a:lnSpc>
            </a:pPr>
            <a:r>
              <a:rPr lang="en-US" altLang="en-US" sz="2800" dirty="0">
                <a:latin typeface="Times New Roman" panose="02020603050405020304" pitchFamily="18" charset="0"/>
                <a:cs typeface="Times New Roman" panose="02020603050405020304" pitchFamily="18" charset="0"/>
              </a:rPr>
              <a:t>Keywords: AI, OCR, LLM, TTS, Medical Report Interpretation, Regional Languages, Report History, Health Trend Analysis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800" y="1333500"/>
            <a:ext cx="17449800" cy="7621905"/>
          </a:xfrm>
          <a:prstGeom prst="rect">
            <a:avLst/>
          </a:prstGeom>
          <a:noFill/>
        </p:spPr>
        <p:txBody>
          <a:bodyPr wrap="square">
            <a:spAutoFit/>
          </a:bodyPr>
          <a:lstStyle/>
          <a:p>
            <a:pPr algn="just">
              <a:lnSpc>
                <a:spcPts val="3670"/>
              </a:lnSpc>
            </a:pPr>
            <a:endParaRPr lang="en-US" altLang="en-US" sz="2400" dirty="0">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a:p>
            <a:pPr algn="just">
              <a:lnSpc>
                <a:spcPts val="3670"/>
              </a:lnSpc>
            </a:pPr>
            <a:r>
              <a:rPr lang="en-US" altLang="en-US" sz="2800" dirty="0">
                <a:solidFill>
                  <a:srgbClr val="000000"/>
                </a:solidFill>
                <a:latin typeface="Times New Roman" panose="02020603050405020304" pitchFamily="18" charset="0"/>
                <a:ea typeface="Canva Sans Bold" panose="020B0803030501040103"/>
                <a:cs typeface="Times New Roman" panose="02020603050405020304" pitchFamily="18" charset="0"/>
                <a:sym typeface="Canva Sans Bold" panose="020B0803030501040103"/>
              </a:rPr>
              <a:t>Problem: Medical reports contain complex terms that are difficult for patients to understand. Language barriers make interpretation harder.</a:t>
            </a:r>
          </a:p>
          <a:p>
            <a:pPr algn="just">
              <a:lnSpc>
                <a:spcPts val="3670"/>
              </a:lnSpc>
            </a:pPr>
            <a:endParaRPr lang="en-US" altLang="en-US" sz="2800" dirty="0">
              <a:solidFill>
                <a:srgbClr val="000000"/>
              </a:solidFill>
              <a:latin typeface="Times New Roman" panose="02020603050405020304" pitchFamily="18" charset="0"/>
              <a:ea typeface="Canva Sans Bold" panose="020B0803030501040103"/>
              <a:cs typeface="Times New Roman" panose="02020603050405020304" pitchFamily="18" charset="0"/>
              <a:sym typeface="Canva Sans Bold" panose="020B0803030501040103"/>
            </a:endParaRPr>
          </a:p>
          <a:p>
            <a:pPr algn="just">
              <a:lnSpc>
                <a:spcPts val="3670"/>
              </a:lnSpc>
            </a:pPr>
            <a:r>
              <a:rPr lang="en-US" altLang="en-US" sz="2800" dirty="0">
                <a:solidFill>
                  <a:srgbClr val="000000"/>
                </a:solidFill>
                <a:latin typeface="Times New Roman" panose="02020603050405020304" pitchFamily="18" charset="0"/>
                <a:ea typeface="Canva Sans Bold" panose="020B0803030501040103"/>
                <a:cs typeface="Times New Roman" panose="02020603050405020304" pitchFamily="18" charset="0"/>
                <a:sym typeface="Canva Sans Bold" panose="020B0803030501040103"/>
              </a:rPr>
              <a:t>Objective: To develop an AI-based system that simplifies medical reports into patient-friendly language while preserving important information.</a:t>
            </a:r>
          </a:p>
          <a:p>
            <a:pPr algn="just">
              <a:lnSpc>
                <a:spcPts val="3670"/>
              </a:lnSpc>
            </a:pPr>
            <a:endParaRPr lang="en-US" altLang="en-US" sz="2800" dirty="0">
              <a:solidFill>
                <a:srgbClr val="000000"/>
              </a:solidFill>
              <a:latin typeface="Times New Roman" panose="02020603050405020304" pitchFamily="18" charset="0"/>
              <a:ea typeface="Canva Sans Bold" panose="020B0803030501040103"/>
              <a:cs typeface="Times New Roman" panose="02020603050405020304" pitchFamily="18" charset="0"/>
              <a:sym typeface="Canva Sans Bold" panose="020B0803030501040103"/>
            </a:endParaRPr>
          </a:p>
          <a:p>
            <a:pPr algn="just">
              <a:lnSpc>
                <a:spcPts val="3670"/>
              </a:lnSpc>
            </a:pPr>
            <a:r>
              <a:rPr lang="en-US" altLang="en-US" sz="2800" dirty="0">
                <a:solidFill>
                  <a:srgbClr val="000000"/>
                </a:solidFill>
                <a:latin typeface="Times New Roman" panose="02020603050405020304" pitchFamily="18" charset="0"/>
                <a:ea typeface="Canva Sans Bold" panose="020B0803030501040103"/>
                <a:cs typeface="Times New Roman" panose="02020603050405020304" pitchFamily="18" charset="0"/>
                <a:sym typeface="Canva Sans Bold" panose="020B0803030501040103"/>
              </a:rPr>
              <a:t>Methodology: The system accepts PDF, image, and text reports. OCR extracts text from scanned reports. A hybrid T5 + LLaMA model simplifies medical terms while maintaining context. The simplified report is then displayed to users.</a:t>
            </a:r>
          </a:p>
          <a:p>
            <a:pPr algn="just">
              <a:lnSpc>
                <a:spcPts val="3670"/>
              </a:lnSpc>
            </a:pPr>
            <a:endParaRPr lang="en-US" altLang="en-US" sz="2800" dirty="0">
              <a:solidFill>
                <a:srgbClr val="000000"/>
              </a:solidFill>
              <a:latin typeface="Times New Roman" panose="02020603050405020304" pitchFamily="18" charset="0"/>
              <a:ea typeface="Canva Sans Bold" panose="020B0803030501040103"/>
              <a:cs typeface="Times New Roman" panose="02020603050405020304" pitchFamily="18" charset="0"/>
              <a:sym typeface="Canva Sans Bold" panose="020B0803030501040103"/>
            </a:endParaRPr>
          </a:p>
          <a:p>
            <a:pPr algn="just">
              <a:lnSpc>
                <a:spcPts val="3670"/>
              </a:lnSpc>
            </a:pPr>
            <a:r>
              <a:rPr lang="en-US" altLang="en-US" sz="2800" dirty="0">
                <a:solidFill>
                  <a:srgbClr val="000000"/>
                </a:solidFill>
                <a:latin typeface="Times New Roman" panose="02020603050405020304" pitchFamily="18" charset="0"/>
                <a:ea typeface="Canva Sans Bold" panose="020B0803030501040103"/>
                <a:cs typeface="Times New Roman" panose="02020603050405020304" pitchFamily="18" charset="0"/>
                <a:sym typeface="Canva Sans Bold" panose="020B0803030501040103"/>
              </a:rPr>
              <a:t>Advantages: Easy to understand, supports scanned reports, preserves medical information, reduces communication barriers, and improves patient understanding.</a:t>
            </a:r>
          </a:p>
          <a:p>
            <a:pPr algn="just">
              <a:lnSpc>
                <a:spcPts val="3670"/>
              </a:lnSpc>
            </a:pPr>
            <a:endParaRPr lang="en-US" altLang="en-US" sz="2800" dirty="0">
              <a:solidFill>
                <a:srgbClr val="000000"/>
              </a:solidFill>
              <a:latin typeface="Times New Roman" panose="02020603050405020304" pitchFamily="18" charset="0"/>
              <a:ea typeface="Canva Sans Bold" panose="020B0803030501040103"/>
              <a:cs typeface="Times New Roman" panose="02020603050405020304" pitchFamily="18" charset="0"/>
              <a:sym typeface="Canva Sans Bold" panose="020B0803030501040103"/>
            </a:endParaRPr>
          </a:p>
          <a:p>
            <a:pPr algn="just">
              <a:lnSpc>
                <a:spcPts val="3670"/>
              </a:lnSpc>
            </a:pPr>
            <a:r>
              <a:rPr lang="en-US" altLang="en-US" sz="2800" dirty="0">
                <a:solidFill>
                  <a:srgbClr val="000000"/>
                </a:solidFill>
                <a:latin typeface="Times New Roman" panose="02020603050405020304" pitchFamily="18" charset="0"/>
                <a:ea typeface="Canva Sans Bold" panose="020B0803030501040103"/>
                <a:cs typeface="Times New Roman" panose="02020603050405020304" pitchFamily="18" charset="0"/>
                <a:sym typeface="Canva Sans Bold" panose="020B0803030501040103"/>
              </a:rPr>
              <a:t>Limitations: No multiple language support or voice explanation. It mainly depends on text-based explanations.</a:t>
            </a:r>
          </a:p>
          <a:p>
            <a:pPr algn="just">
              <a:lnSpc>
                <a:spcPts val="3670"/>
              </a:lnSpc>
            </a:pPr>
            <a:endParaRPr lang="en-US" altLang="en-US" sz="2800" dirty="0">
              <a:solidFill>
                <a:srgbClr val="000000"/>
              </a:solidFill>
              <a:latin typeface="Times New Roman" panose="02020603050405020304" pitchFamily="18" charset="0"/>
              <a:ea typeface="Canva Sans Bold" panose="020B0803030501040103"/>
              <a:cs typeface="Times New Roman" panose="02020603050405020304" pitchFamily="18" charset="0"/>
              <a:sym typeface="Canva Sans Bold" panose="020B0803030501040103"/>
            </a:endParaRPr>
          </a:p>
          <a:p>
            <a:pPr algn="just">
              <a:lnSpc>
                <a:spcPts val="3670"/>
              </a:lnSpc>
            </a:pPr>
            <a:r>
              <a:rPr lang="en-US" altLang="en-US" sz="2800" dirty="0">
                <a:solidFill>
                  <a:srgbClr val="000000"/>
                </a:solidFill>
                <a:latin typeface="Times New Roman" panose="02020603050405020304" pitchFamily="18" charset="0"/>
                <a:ea typeface="Canva Sans Bold" panose="020B0803030501040103"/>
                <a:cs typeface="Times New Roman" panose="02020603050405020304" pitchFamily="18" charset="0"/>
                <a:sym typeface="Canva Sans Bold" panose="020B0803030501040103"/>
              </a:rPr>
              <a:t>Authors: Komal Parate, Sonal Nimbalkar, Himanshu Talekar, Devang Chopkar, Mayank Hirekhan and Aastha Pathak.</a:t>
            </a:r>
          </a:p>
        </p:txBody>
      </p:sp>
      <p:sp>
        <p:nvSpPr>
          <p:cNvPr id="4" name="TextBox 3"/>
          <p:cNvSpPr txBox="1"/>
          <p:nvPr/>
        </p:nvSpPr>
        <p:spPr>
          <a:xfrm>
            <a:off x="7086600" y="114300"/>
            <a:ext cx="5486400" cy="769441"/>
          </a:xfrm>
          <a:prstGeom prst="rect">
            <a:avLst/>
          </a:prstGeom>
          <a:noFill/>
        </p:spPr>
        <p:txBody>
          <a:bodyPr wrap="square" rtlCol="0">
            <a:spAutoFit/>
          </a:bodyPr>
          <a:lstStyle/>
          <a:p>
            <a:pPr algn="just"/>
            <a:r>
              <a:rPr lang="en-US" sz="4400" b="1" dirty="0">
                <a:latin typeface="Times New Roman" panose="02020603050405020304" pitchFamily="18" charset="0"/>
                <a:cs typeface="Times New Roman" panose="02020603050405020304" pitchFamily="18" charset="0"/>
              </a:rPr>
              <a:t>BASE</a:t>
            </a:r>
            <a:r>
              <a:rPr lang="en-US" sz="4400" dirty="0">
                <a:latin typeface="Times New Roman" panose="02020603050405020304" pitchFamily="18" charset="0"/>
                <a:cs typeface="Times New Roman" panose="02020603050405020304" pitchFamily="18" charset="0"/>
              </a:rPr>
              <a:t> </a:t>
            </a:r>
            <a:r>
              <a:rPr lang="en-US" sz="4400" b="1" dirty="0">
                <a:latin typeface="Times New Roman" panose="02020603050405020304" pitchFamily="18" charset="0"/>
                <a:cs typeface="Times New Roman" panose="02020603050405020304" pitchFamily="18" charset="0"/>
              </a:rPr>
              <a:t>PAPER</a:t>
            </a:r>
            <a:endParaRPr lang="en-IN" sz="4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209800" y="1299942"/>
            <a:ext cx="13563600" cy="8110758"/>
          </a:xfrm>
          <a:custGeom>
            <a:avLst/>
            <a:gdLst/>
            <a:ahLst/>
            <a:cxnLst/>
            <a:rect l="l" t="t" r="r" b="b"/>
            <a:pathLst>
              <a:path w="18288000" h="10087384">
                <a:moveTo>
                  <a:pt x="0" y="0"/>
                </a:moveTo>
                <a:lnTo>
                  <a:pt x="18288000" y="0"/>
                </a:lnTo>
                <a:lnTo>
                  <a:pt x="18288000" y="10087384"/>
                </a:lnTo>
                <a:lnTo>
                  <a:pt x="0" y="10087384"/>
                </a:lnTo>
                <a:lnTo>
                  <a:pt x="0" y="0"/>
                </a:lnTo>
                <a:close/>
              </a:path>
            </a:pathLst>
          </a:custGeom>
          <a:blipFill>
            <a:blip r:embed="rId2"/>
            <a:stretch>
              <a:fillRect t="-11810" b="-28281"/>
            </a:stretch>
          </a:blipFill>
        </p:spPr>
      </p:sp>
      <p:sp>
        <p:nvSpPr>
          <p:cNvPr id="3" name="TextBox 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panose="020B0503030501040103"/>
                <a:ea typeface="Canva Sans" panose="020B0503030501040103"/>
                <a:cs typeface="Canva Sans" panose="020B0503030501040103"/>
                <a:sym typeface="Canva Sans" panose="020B0503030501040103"/>
              </a:rPr>
              <a:t>4</a:t>
            </a:r>
          </a:p>
        </p:txBody>
      </p:sp>
      <p:sp>
        <p:nvSpPr>
          <p:cNvPr id="4" name="TextBox 4"/>
          <p:cNvSpPr txBox="1"/>
          <p:nvPr/>
        </p:nvSpPr>
        <p:spPr>
          <a:xfrm>
            <a:off x="6619856" y="513921"/>
            <a:ext cx="5396513" cy="581506"/>
          </a:xfrm>
          <a:prstGeom prst="rect">
            <a:avLst/>
          </a:prstGeom>
        </p:spPr>
        <p:txBody>
          <a:bodyPr lIns="0" tIns="0" rIns="0" bIns="0" rtlCol="0" anchor="t">
            <a:spAutoFit/>
          </a:bodyPr>
          <a:lstStyle/>
          <a:p>
            <a:pPr algn="l">
              <a:lnSpc>
                <a:spcPts val="4515"/>
              </a:lnSpc>
            </a:pPr>
            <a:r>
              <a:rPr lang="en-US" sz="4400" b="1" spc="-428" dirty="0">
                <a:solidFill>
                  <a:srgbClr val="02092B"/>
                </a:solidFill>
                <a:latin typeface="Times New Roman" panose="02020603050405020304" pitchFamily="18" charset="0"/>
                <a:ea typeface="Lora"/>
                <a:cs typeface="Times New Roman" panose="02020603050405020304" pitchFamily="18" charset="0"/>
                <a:sym typeface="Lora"/>
              </a:rPr>
              <a:t>LITERATURE</a:t>
            </a:r>
            <a:r>
              <a:rPr lang="en-US" sz="4515" spc="-428" dirty="0">
                <a:solidFill>
                  <a:srgbClr val="02092B"/>
                </a:solidFill>
                <a:latin typeface="Lora"/>
                <a:ea typeface="Lora"/>
                <a:cs typeface="Lora"/>
                <a:sym typeface="Lora"/>
              </a:rPr>
              <a:t> </a:t>
            </a:r>
            <a:r>
              <a:rPr lang="en-US" sz="4400" b="1" spc="-428" dirty="0">
                <a:solidFill>
                  <a:srgbClr val="02092B"/>
                </a:solidFill>
                <a:latin typeface="Times New Roman" panose="02020603050405020304" pitchFamily="18" charset="0"/>
                <a:ea typeface="Lora"/>
                <a:cs typeface="Times New Roman" panose="02020603050405020304" pitchFamily="18" charset="0"/>
                <a:sym typeface="Lora"/>
              </a:rPr>
              <a:t>SURVEY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53200" y="647700"/>
            <a:ext cx="7988710" cy="769441"/>
          </a:xfrm>
          <a:prstGeom prst="rect">
            <a:avLst/>
          </a:prstGeom>
          <a:noFill/>
        </p:spPr>
        <p:txBody>
          <a:bodyPr wrap="square" rtlCol="0">
            <a:spAutoFit/>
          </a:bodyPr>
          <a:lstStyle/>
          <a:p>
            <a:r>
              <a:rPr lang="en-US" sz="4400" b="1" dirty="0">
                <a:latin typeface="Times New Roman" panose="02020603050405020304" pitchFamily="18" charset="0"/>
                <a:cs typeface="Times New Roman" panose="02020603050405020304" pitchFamily="18" charset="0"/>
              </a:rPr>
              <a:t>RESEARCH GAP</a:t>
            </a:r>
            <a:endParaRPr lang="en-IN" sz="4400" b="1" dirty="0">
              <a:latin typeface="Times New Roman" panose="02020603050405020304" pitchFamily="18" charset="0"/>
              <a:cs typeface="Times New Roman" panose="02020603050405020304" pitchFamily="18" charset="0"/>
            </a:endParaRPr>
          </a:p>
        </p:txBody>
      </p:sp>
      <p:sp>
        <p:nvSpPr>
          <p:cNvPr id="3" name="TextBox 2"/>
          <p:cNvSpPr txBox="1"/>
          <p:nvPr/>
        </p:nvSpPr>
        <p:spPr>
          <a:xfrm>
            <a:off x="533400" y="2171700"/>
            <a:ext cx="16687800" cy="6123940"/>
          </a:xfrm>
          <a:prstGeom prst="rect">
            <a:avLst/>
          </a:prstGeom>
          <a:noFill/>
        </p:spPr>
        <p:txBody>
          <a:bodyPr wrap="square" rtlCol="0">
            <a:spAutoFit/>
          </a:bodyPr>
          <a:lstStyle/>
          <a:p>
            <a:endParaRPr lang="en-US" altLang="en-US" sz="2800" dirty="0">
              <a:latin typeface="Times New Roman" panose="02020603050405020304" pitchFamily="18" charset="0"/>
              <a:cs typeface="Times New Roman" panose="02020603050405020304" pitchFamily="18" charset="0"/>
            </a:endParaRPr>
          </a:p>
          <a:p>
            <a:r>
              <a:rPr lang="en-US" altLang="en-US" sz="2800" dirty="0">
                <a:latin typeface="Times New Roman" panose="02020603050405020304" pitchFamily="18" charset="0"/>
                <a:cs typeface="Times New Roman" panose="02020603050405020304" pitchFamily="18" charset="0"/>
              </a:rPr>
              <a:t>1. Limited Support for Scanned Medical Reports</a:t>
            </a:r>
          </a:p>
          <a:p>
            <a:r>
              <a:rPr lang="en-US" altLang="en-US" sz="2800" dirty="0">
                <a:latin typeface="Times New Roman" panose="02020603050405020304" pitchFamily="18" charset="0"/>
                <a:cs typeface="Times New Roman" panose="02020603050405020304" pitchFamily="18" charset="0"/>
              </a:rPr>
              <a:t>Many existing systems focus on digital reports, with limited OCR support for scanned images and handwritten documents.</a:t>
            </a:r>
          </a:p>
          <a:p>
            <a:endParaRPr lang="en-US" altLang="en-US" sz="2800" dirty="0">
              <a:latin typeface="Times New Roman" panose="02020603050405020304" pitchFamily="18" charset="0"/>
              <a:cs typeface="Times New Roman" panose="02020603050405020304" pitchFamily="18" charset="0"/>
            </a:endParaRPr>
          </a:p>
          <a:p>
            <a:r>
              <a:rPr lang="en-US" altLang="en-US" sz="2800" dirty="0">
                <a:latin typeface="Times New Roman" panose="02020603050405020304" pitchFamily="18" charset="0"/>
                <a:cs typeface="Times New Roman" panose="02020603050405020304" pitchFamily="18" charset="0"/>
              </a:rPr>
              <a:t>2. Lack of Multilingual Medical Explanation</a:t>
            </a:r>
          </a:p>
          <a:p>
            <a:r>
              <a:rPr lang="en-US" altLang="en-US" sz="2800" dirty="0">
                <a:latin typeface="Times New Roman" panose="02020603050405020304" pitchFamily="18" charset="0"/>
                <a:cs typeface="Times New Roman" panose="02020603050405020304" pitchFamily="18" charset="0"/>
              </a:rPr>
              <a:t>Most systems focus on English, making medical information difficult for patients who prefer regional languages.</a:t>
            </a:r>
          </a:p>
          <a:p>
            <a:endParaRPr lang="en-US" altLang="en-US" sz="2800" dirty="0">
              <a:latin typeface="Times New Roman" panose="02020603050405020304" pitchFamily="18" charset="0"/>
              <a:cs typeface="Times New Roman" panose="02020603050405020304" pitchFamily="18" charset="0"/>
            </a:endParaRPr>
          </a:p>
          <a:p>
            <a:r>
              <a:rPr lang="en-US" altLang="en-US" sz="2800" dirty="0">
                <a:latin typeface="Times New Roman" panose="02020603050405020304" pitchFamily="18" charset="0"/>
                <a:cs typeface="Times New Roman" panose="02020603050405020304" pitchFamily="18" charset="0"/>
              </a:rPr>
              <a:t>3. Absence of Integrated Health Tracking</a:t>
            </a:r>
          </a:p>
          <a:p>
            <a:r>
              <a:rPr lang="en-US" altLang="en-US" sz="2800" dirty="0">
                <a:latin typeface="Times New Roman" panose="02020603050405020304" pitchFamily="18" charset="0"/>
                <a:cs typeface="Times New Roman" panose="02020603050405020304" pitchFamily="18" charset="0"/>
              </a:rPr>
              <a:t>Existing systems mainly simplify individual reports, with limited features for tracking health changes and accessing previous reports.</a:t>
            </a:r>
          </a:p>
          <a:p>
            <a:endParaRPr lang="en-US" altLang="en-US" sz="2800" dirty="0">
              <a:latin typeface="Times New Roman" panose="02020603050405020304" pitchFamily="18" charset="0"/>
              <a:cs typeface="Times New Roman" panose="02020603050405020304" pitchFamily="18" charset="0"/>
            </a:endParaRPr>
          </a:p>
          <a:p>
            <a:r>
              <a:rPr lang="en-US" altLang="en-US" sz="2800" dirty="0">
                <a:latin typeface="Times New Roman" panose="02020603050405020304" pitchFamily="18" charset="0"/>
                <a:cs typeface="Times New Roman" panose="02020603050405020304" pitchFamily="18" charset="0"/>
              </a:rPr>
              <a:t>4. Limited Voice-Based Accessibility</a:t>
            </a:r>
          </a:p>
          <a:p>
            <a:r>
              <a:rPr lang="en-US" altLang="en-US" sz="2800" dirty="0">
                <a:latin typeface="Times New Roman" panose="02020603050405020304" pitchFamily="18" charset="0"/>
                <a:cs typeface="Times New Roman" panose="02020603050405020304" pitchFamily="18" charset="0"/>
              </a:rPr>
              <a:t>Most systems provide text-based results, with limited Text-to-Speech support in the user's preferred languag</a:t>
            </a:r>
            <a:r>
              <a:rPr lang="en-US" altLang="en-US" dirty="0">
                <a:latin typeface="Times New Roman" panose="02020603050405020304" pitchFamily="18" charset="0"/>
                <a:cs typeface="Times New Roman" panose="02020603050405020304" pitchFamily="18" charset="0"/>
              </a:rPr>
              <a:t>e.</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501640" y="1638300"/>
            <a:ext cx="7366000" cy="484505"/>
          </a:xfrm>
          <a:prstGeom prst="rect">
            <a:avLst/>
          </a:prstGeom>
        </p:spPr>
        <p:txBody>
          <a:bodyPr wrap="square" lIns="0" tIns="0" rIns="0" bIns="0" rtlCol="0" anchor="t">
            <a:noAutofit/>
          </a:bodyPr>
          <a:lstStyle/>
          <a:p>
            <a:pPr marL="0" lvl="0" indent="0" algn="ctr">
              <a:lnSpc>
                <a:spcPts val="4035"/>
              </a:lnSpc>
            </a:pPr>
            <a:r>
              <a:rPr lang="en-US" sz="4400" b="1" spc="-383" dirty="0">
                <a:solidFill>
                  <a:srgbClr val="02092B"/>
                </a:solidFill>
                <a:latin typeface="Times New Roman" panose="02020603050405020304" pitchFamily="18" charset="0"/>
                <a:ea typeface="Lora"/>
                <a:cs typeface="Times New Roman" panose="02020603050405020304" pitchFamily="18" charset="0"/>
                <a:sym typeface="Lora"/>
              </a:rPr>
              <a:t>THE PROBLEM STATEMENT</a:t>
            </a:r>
          </a:p>
        </p:txBody>
      </p:sp>
      <p:sp>
        <p:nvSpPr>
          <p:cNvPr id="5" name="TextBox 5"/>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2092B"/>
                </a:solidFill>
                <a:latin typeface="Canva Sans" panose="020B0503030501040103"/>
                <a:ea typeface="Canva Sans" panose="020B0503030501040103"/>
                <a:cs typeface="Canva Sans" panose="020B0503030501040103"/>
                <a:sym typeface="Canva Sans" panose="020B0503030501040103"/>
              </a:rPr>
              <a:t>5</a:t>
            </a:r>
          </a:p>
        </p:txBody>
      </p:sp>
      <p:sp>
        <p:nvSpPr>
          <p:cNvPr id="8" name="Content Placeholder 6"/>
          <p:cNvSpPr txBox="1"/>
          <p:nvPr/>
        </p:nvSpPr>
        <p:spPr>
          <a:xfrm>
            <a:off x="6324600" y="7211482"/>
            <a:ext cx="11186505" cy="3219389"/>
          </a:xfrm>
          <a:prstGeom prst="rect">
            <a:avLst/>
          </a:prstGeom>
        </p:spPr>
        <p:txBody>
          <a:bodyPr vert="horz" lIns="91440" tIns="45720" rIns="91440" bIns="45720" rtlCol="0">
            <a:normAutofit/>
          </a:bodyPr>
          <a:lstStyle>
            <a:lvl1pPr marL="0" indent="0" algn="l" defTabSz="1371600" rtl="0" eaLnBrk="1" latinLnBrk="0" hangingPunct="1">
              <a:lnSpc>
                <a:spcPct val="80000"/>
              </a:lnSpc>
              <a:spcBef>
                <a:spcPts val="1500"/>
              </a:spcBef>
              <a:buFont typeface="Arial" panose="020B0604020202020204" pitchFamily="34" charset="0"/>
              <a:buNone/>
              <a:defRPr sz="2100" kern="1200" baseline="0">
                <a:solidFill>
                  <a:schemeClr val="tx1"/>
                </a:solidFill>
                <a:latin typeface="+mn-lt"/>
                <a:ea typeface="+mn-ea"/>
                <a:cs typeface="+mn-cs"/>
              </a:defRPr>
            </a:lvl1pPr>
            <a:lvl2pPr marL="342900" indent="0" algn="l" defTabSz="1371600" rtl="0" eaLnBrk="1" latinLnBrk="0" hangingPunct="1">
              <a:lnSpc>
                <a:spcPct val="80000"/>
              </a:lnSpc>
              <a:spcBef>
                <a:spcPts val="1500"/>
              </a:spcBef>
              <a:buFont typeface="Arial" panose="020B0604020202020204" pitchFamily="34" charset="0"/>
              <a:buNone/>
              <a:defRPr sz="2100" kern="1200" baseline="0">
                <a:solidFill>
                  <a:schemeClr val="tx1"/>
                </a:solidFill>
                <a:latin typeface="+mn-lt"/>
                <a:ea typeface="+mn-ea"/>
                <a:cs typeface="+mn-cs"/>
              </a:defRPr>
            </a:lvl2pPr>
            <a:lvl3pPr marL="685800" indent="0" algn="l" defTabSz="1371600" rtl="0" eaLnBrk="1" latinLnBrk="0" hangingPunct="1">
              <a:lnSpc>
                <a:spcPct val="80000"/>
              </a:lnSpc>
              <a:spcBef>
                <a:spcPts val="1500"/>
              </a:spcBef>
              <a:buFont typeface="Arial" panose="020B0604020202020204" pitchFamily="34" charset="0"/>
              <a:buNone/>
              <a:defRPr sz="2100" kern="1200" baseline="0">
                <a:solidFill>
                  <a:schemeClr val="tx1"/>
                </a:solidFill>
                <a:latin typeface="+mn-lt"/>
                <a:ea typeface="+mn-ea"/>
                <a:cs typeface="+mn-cs"/>
              </a:defRPr>
            </a:lvl3pPr>
            <a:lvl4pPr marL="1028700" indent="0" algn="l" defTabSz="1371600" rtl="0" eaLnBrk="1" latinLnBrk="0" hangingPunct="1">
              <a:lnSpc>
                <a:spcPct val="80000"/>
              </a:lnSpc>
              <a:spcBef>
                <a:spcPts val="1500"/>
              </a:spcBef>
              <a:buFont typeface="Arial" panose="020B0604020202020204" pitchFamily="34" charset="0"/>
              <a:buNone/>
              <a:defRPr sz="2100" kern="1200" baseline="0">
                <a:solidFill>
                  <a:schemeClr val="tx1"/>
                </a:solidFill>
                <a:latin typeface="+mn-lt"/>
                <a:ea typeface="+mn-ea"/>
                <a:cs typeface="+mn-cs"/>
              </a:defRPr>
            </a:lvl4pPr>
            <a:lvl5pPr marL="1371600" indent="0" algn="l" defTabSz="1371600" rtl="0" eaLnBrk="1" latinLnBrk="0" hangingPunct="1">
              <a:lnSpc>
                <a:spcPct val="80000"/>
              </a:lnSpc>
              <a:spcBef>
                <a:spcPts val="1500"/>
              </a:spcBef>
              <a:buFont typeface="Arial" panose="020B0604020202020204" pitchFamily="34" charset="0"/>
              <a:buNone/>
              <a:defRPr sz="2100" kern="1200" baseline="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endParaRPr lang="en-IN" dirty="0"/>
          </a:p>
        </p:txBody>
      </p:sp>
      <p:sp>
        <p:nvSpPr>
          <p:cNvPr id="2" name="Text Box 1"/>
          <p:cNvSpPr txBox="1"/>
          <p:nvPr/>
        </p:nvSpPr>
        <p:spPr>
          <a:xfrm>
            <a:off x="2286000" y="3238500"/>
            <a:ext cx="13971270" cy="2862580"/>
          </a:xfrm>
          <a:prstGeom prst="rect">
            <a:avLst/>
          </a:prstGeom>
          <a:noFill/>
        </p:spPr>
        <p:txBody>
          <a:bodyPr wrap="square" rtlCol="0">
            <a:noAutofit/>
          </a:bodyPr>
          <a:lstStyle/>
          <a:p>
            <a:endParaRPr lang="en-US" altLang="en-US"/>
          </a:p>
          <a:p>
            <a:endParaRPr lang="en-US" altLang="en-US"/>
          </a:p>
          <a:p>
            <a:r>
              <a:rPr lang="en-US" altLang="en-US" sz="2800">
                <a:latin typeface="Times New Roman" panose="02020603050405020304" pitchFamily="18" charset="0"/>
                <a:cs typeface="Times New Roman" panose="02020603050405020304" pitchFamily="18" charset="0"/>
              </a:rPr>
              <a:t>Patients often face difficulties in understanding medical reports due to complex medical terminology and language barriers. The lack of simple explanations in preferred languages, limited voice accessibility, and difficulty in maintaining and reviewing previous health records make it challenging for patients to clearly understand and monitor their health conditions.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562600" y="1104900"/>
            <a:ext cx="8129270" cy="889635"/>
          </a:xfrm>
          <a:prstGeom prst="rect">
            <a:avLst/>
          </a:prstGeom>
        </p:spPr>
        <p:txBody>
          <a:bodyPr wrap="square" lIns="0" tIns="0" rIns="0" bIns="0" rtlCol="0" anchor="t">
            <a:noAutofit/>
          </a:bodyPr>
          <a:lstStyle/>
          <a:p>
            <a:pPr algn="l">
              <a:lnSpc>
                <a:spcPts val="5600"/>
              </a:lnSpc>
            </a:pPr>
            <a:r>
              <a:rPr lang="en-US" sz="4400" b="1" dirty="0">
                <a:solidFill>
                  <a:srgbClr val="000000"/>
                </a:solidFill>
                <a:latin typeface="Times New Roman" panose="02020603050405020304" pitchFamily="18" charset="0"/>
                <a:ea typeface="Lora"/>
                <a:cs typeface="Times New Roman" panose="02020603050405020304" pitchFamily="18" charset="0"/>
                <a:sym typeface="Lora"/>
              </a:rPr>
              <a:t>         OBJECTIVE</a:t>
            </a:r>
            <a:r>
              <a:rPr lang="en-US" sz="4000" dirty="0">
                <a:solidFill>
                  <a:srgbClr val="000000"/>
                </a:solidFill>
                <a:latin typeface="Lora"/>
                <a:ea typeface="Lora"/>
                <a:cs typeface="Lora"/>
                <a:sym typeface="Lora"/>
              </a:rPr>
              <a:t> </a:t>
            </a:r>
          </a:p>
        </p:txBody>
      </p:sp>
      <p:sp>
        <p:nvSpPr>
          <p:cNvPr id="5" name="TextBox 5"/>
          <p:cNvSpPr txBox="1"/>
          <p:nvPr/>
        </p:nvSpPr>
        <p:spPr>
          <a:xfrm>
            <a:off x="17259300" y="9210675"/>
            <a:ext cx="152400" cy="200025"/>
          </a:xfrm>
          <a:prstGeom prst="rect">
            <a:avLst/>
          </a:prstGeom>
        </p:spPr>
        <p:txBody>
          <a:bodyPr wrap="none" lIns="0" tIns="0" rIns="0" bIns="0" rtlCol="0" anchor="t">
            <a:spAutoFit/>
          </a:bodyPr>
          <a:lstStyle/>
          <a:p>
            <a:pPr algn="l">
              <a:lnSpc>
                <a:spcPts val="2800"/>
              </a:lnSpc>
              <a:spcBef>
                <a:spcPct val="0"/>
              </a:spcBef>
            </a:pPr>
            <a:r>
              <a:rPr lang="en-US" sz="2000">
                <a:solidFill>
                  <a:srgbClr val="000000"/>
                </a:solidFill>
                <a:latin typeface="Canva Sans" panose="020B0503030501040103"/>
                <a:ea typeface="Canva Sans" panose="020B0503030501040103"/>
                <a:cs typeface="Canva Sans" panose="020B0503030501040103"/>
                <a:sym typeface="Canva Sans" panose="020B0503030501040103"/>
              </a:rPr>
              <a:t>6</a:t>
            </a:r>
          </a:p>
        </p:txBody>
      </p:sp>
      <p:sp>
        <p:nvSpPr>
          <p:cNvPr id="6" name="Text Box 5"/>
          <p:cNvSpPr txBox="1"/>
          <p:nvPr/>
        </p:nvSpPr>
        <p:spPr>
          <a:xfrm>
            <a:off x="2000885" y="2622550"/>
            <a:ext cx="14732635" cy="6683375"/>
          </a:xfrm>
          <a:prstGeom prst="rect">
            <a:avLst/>
          </a:prstGeom>
          <a:noFill/>
        </p:spPr>
        <p:txBody>
          <a:bodyPr wrap="square" rtlCol="0">
            <a:noAutofit/>
          </a:bodyPr>
          <a:lstStyle/>
          <a:p>
            <a:pPr indent="0" algn="l">
              <a:lnSpc>
                <a:spcPct val="150000"/>
              </a:lnSpc>
              <a:buFont typeface="Arial" panose="020B0604020202020204" pitchFamily="34" charset="0"/>
              <a:buNone/>
            </a:pPr>
            <a:endParaRPr lang="en-US" altLang="en-US" sz="2800">
              <a:latin typeface="Times New Roman" panose="02020603050405020304" pitchFamily="18" charset="0"/>
              <a:cs typeface="Times New Roman" panose="02020603050405020304" pitchFamily="18" charset="0"/>
            </a:endParaRPr>
          </a:p>
          <a:p>
            <a:pPr marL="457200" indent="-457200" algn="l">
              <a:lnSpc>
                <a:spcPct val="150000"/>
              </a:lnSpc>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To develop an AI-based multilingual medical report application.</a:t>
            </a:r>
          </a:p>
          <a:p>
            <a:pPr marL="514350" indent="-514350" algn="l">
              <a:lnSpc>
                <a:spcPct val="150000"/>
              </a:lnSpc>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To extract medical information from PDF and image reports using OCR.</a:t>
            </a:r>
          </a:p>
          <a:p>
            <a:pPr marL="514350" indent="-514350" algn="l">
              <a:lnSpc>
                <a:spcPct val="150000"/>
              </a:lnSpc>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To simplify complex medical terminologies into patient-friendly explanations.</a:t>
            </a:r>
          </a:p>
          <a:p>
            <a:pPr marL="514350" indent="-514350" algn="l">
              <a:lnSpc>
                <a:spcPct val="150000"/>
              </a:lnSpc>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To provide voice explanations through Text-to-Speech in the user's preferred language.</a:t>
            </a:r>
          </a:p>
          <a:p>
            <a:pPr marL="514350" indent="-514350" algn="l">
              <a:lnSpc>
                <a:spcPct val="150000"/>
              </a:lnSpc>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To support multiple languages and reduce communication barriers.</a:t>
            </a:r>
          </a:p>
          <a:p>
            <a:pPr marL="514350" indent="-514350" algn="l">
              <a:lnSpc>
                <a:spcPct val="150000"/>
              </a:lnSpc>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To track changes in health parameters through Health Trend analysis.</a:t>
            </a:r>
          </a:p>
          <a:p>
            <a:pPr marL="514350" indent="-514350" algn="l">
              <a:lnSpc>
                <a:spcPct val="150000"/>
              </a:lnSpc>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To store and retrieve previously uploaded reports through Report History.</a:t>
            </a:r>
          </a:p>
          <a:p>
            <a:pPr marL="457200" indent="-457200" algn="l">
              <a:lnSpc>
                <a:spcPct val="150000"/>
              </a:lnSpc>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 To improve patient awareness and make medical information easily accessible.</a:t>
            </a:r>
          </a:p>
        </p:txBody>
      </p:sp>
      <p:sp>
        <p:nvSpPr>
          <p:cNvPr id="7" name="Text Box 6"/>
          <p:cNvSpPr txBox="1"/>
          <p:nvPr/>
        </p:nvSpPr>
        <p:spPr>
          <a:xfrm>
            <a:off x="5462270" y="1933575"/>
            <a:ext cx="9612630" cy="389255"/>
          </a:xfrm>
          <a:prstGeom prst="rect">
            <a:avLst/>
          </a:prstGeom>
          <a:noFill/>
        </p:spPr>
        <p:txBody>
          <a:bodyPr wrap="square" rtlCol="0">
            <a:noAutofit/>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77000" y="114300"/>
            <a:ext cx="7848600" cy="769441"/>
          </a:xfrm>
          <a:prstGeom prst="rect">
            <a:avLst/>
          </a:prstGeom>
          <a:noFill/>
        </p:spPr>
        <p:txBody>
          <a:bodyPr wrap="square" rtlCol="0">
            <a:spAutoFit/>
          </a:bodyPr>
          <a:lstStyle/>
          <a:p>
            <a:r>
              <a:rPr lang="en-US" sz="4400" b="1" dirty="0">
                <a:latin typeface="Times New Roman" panose="02020603050405020304" pitchFamily="18" charset="0"/>
                <a:cs typeface="Times New Roman" panose="02020603050405020304" pitchFamily="18" charset="0"/>
              </a:rPr>
              <a:t>EXISTING SYSTEM</a:t>
            </a:r>
            <a:endParaRPr lang="en-IN" sz="4400" b="1" dirty="0">
              <a:latin typeface="Times New Roman" panose="02020603050405020304" pitchFamily="18" charset="0"/>
              <a:cs typeface="Times New Roman" panose="02020603050405020304" pitchFamily="18" charset="0"/>
            </a:endParaRPr>
          </a:p>
        </p:txBody>
      </p:sp>
      <p:sp>
        <p:nvSpPr>
          <p:cNvPr id="9" name="TextBox 8"/>
          <p:cNvSpPr txBox="1"/>
          <p:nvPr/>
        </p:nvSpPr>
        <p:spPr>
          <a:xfrm>
            <a:off x="533400" y="911860"/>
            <a:ext cx="17418050" cy="8106410"/>
          </a:xfrm>
          <a:prstGeom prst="rect">
            <a:avLst/>
          </a:prstGeom>
          <a:noFill/>
        </p:spPr>
        <p:txBody>
          <a:bodyPr wrap="square" rtlCol="0">
            <a:noAutofit/>
          </a:bodyPr>
          <a:lstStyle/>
          <a:p>
            <a:pPr algn="just"/>
            <a:r>
              <a:rPr lang="en-IN" sz="3200" dirty="0">
                <a:latin typeface="Times New Roman" panose="02020603050405020304" pitchFamily="18" charset="0"/>
                <a:cs typeface="Times New Roman" panose="02020603050405020304" pitchFamily="18" charset="0"/>
              </a:rPr>
              <a:t>The existing systems focus on simplifying complex medical and radiology reports using AI and Natural Language Processing (NLP). They aim to convert technical medical terminology into simple, patient-friendly language, improve report readability, and support better communication between patients and doctors. Some systems also provide summaries, recommendations, and translation into users’ native languages.</a:t>
            </a:r>
          </a:p>
          <a:p>
            <a:pPr algn="just"/>
            <a:r>
              <a:rPr lang="en-IN" sz="3200" dirty="0">
                <a:latin typeface="Times New Roman" panose="02020603050405020304" pitchFamily="18" charset="0"/>
                <a:cs typeface="Times New Roman" panose="02020603050405020304" pitchFamily="18" charset="0"/>
              </a:rPr>
              <a:t>These systems use technologies such as OCR, NLP models, T5, </a:t>
            </a:r>
            <a:r>
              <a:rPr lang="en-IN" sz="3200" dirty="0" err="1">
                <a:latin typeface="Times New Roman" panose="02020603050405020304" pitchFamily="18" charset="0"/>
                <a:cs typeface="Times New Roman" panose="02020603050405020304" pitchFamily="18" charset="0"/>
              </a:rPr>
              <a:t>LLaMA</a:t>
            </a:r>
            <a:r>
              <a:rPr lang="en-IN" sz="3200" dirty="0">
                <a:latin typeface="Times New Roman" panose="02020603050405020304" pitchFamily="18" charset="0"/>
                <a:cs typeface="Times New Roman" panose="02020603050405020304" pitchFamily="18" charset="0"/>
              </a:rPr>
              <a:t>, ChatGPT, and AI-based APIs. Readability is evaluated using measures such as the Flesch Reading Ease (FRE) and LIX scores, along with questionnaires.</a:t>
            </a:r>
          </a:p>
          <a:p>
            <a:pPr algn="just"/>
            <a:r>
              <a:rPr lang="en-IN" sz="3200" dirty="0">
                <a:latin typeface="Times New Roman" panose="02020603050405020304" pitchFamily="18" charset="0"/>
                <a:cs typeface="Times New Roman" panose="02020603050405020304" pitchFamily="18" charset="0"/>
              </a:rPr>
              <a:t>However, the existing systems have several limitations. Some are restricted to specific report types, such as dental reports or spine MRI reports. Others use limited datasets and require further model optimization. Certain systems do not support OCR for scanned or handwritten reports and depend on third-party APIs for translation. Some evaluations also lack direct patient feedback.</a:t>
            </a:r>
          </a:p>
          <a:p>
            <a:pPr algn="just"/>
            <a:r>
              <a:rPr lang="en-IN" sz="3200" dirty="0">
                <a:latin typeface="Times New Roman" panose="02020603050405020304" pitchFamily="18" charset="0"/>
                <a:cs typeface="Times New Roman" panose="02020603050405020304" pitchFamily="18" charset="0"/>
              </a:rPr>
              <a:t>Overall, existing systems provide AI-based medical report simplification, but their support for different report types, scanned documents, multilingual access, and patient-focused evaluation remains limited.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TextBox 72"/>
          <p:cNvSpPr txBox="1"/>
          <p:nvPr/>
        </p:nvSpPr>
        <p:spPr>
          <a:xfrm>
            <a:off x="5334000" y="277495"/>
            <a:ext cx="7467600" cy="522605"/>
          </a:xfrm>
          <a:prstGeom prst="rect">
            <a:avLst/>
          </a:prstGeom>
        </p:spPr>
        <p:txBody>
          <a:bodyPr lIns="0" tIns="0" rIns="0" bIns="0" rtlCol="0" anchor="t">
            <a:noAutofit/>
          </a:bodyPr>
          <a:lstStyle/>
          <a:p>
            <a:pPr algn="ctr">
              <a:lnSpc>
                <a:spcPts val="4200"/>
              </a:lnSpc>
            </a:pPr>
            <a:r>
              <a:rPr lang="en-US" sz="4400" b="1" dirty="0">
                <a:solidFill>
                  <a:srgbClr val="02092B"/>
                </a:solidFill>
                <a:latin typeface="Times New Roman" panose="02020603050405020304" pitchFamily="18" charset="0"/>
                <a:ea typeface="Lora Bold" panose="00000800000000000000"/>
                <a:cs typeface="Times New Roman" panose="02020603050405020304" pitchFamily="18" charset="0"/>
                <a:sym typeface="Lora Bold" panose="00000800000000000000"/>
              </a:rPr>
              <a:t>PROPOSED SYSTEM</a:t>
            </a:r>
          </a:p>
        </p:txBody>
      </p:sp>
      <p:sp>
        <p:nvSpPr>
          <p:cNvPr id="3" name="TextBox 2"/>
          <p:cNvSpPr txBox="1"/>
          <p:nvPr/>
        </p:nvSpPr>
        <p:spPr>
          <a:xfrm>
            <a:off x="762001" y="1028700"/>
            <a:ext cx="16230600" cy="7847330"/>
          </a:xfrm>
          <a:prstGeom prst="rect">
            <a:avLst/>
          </a:prstGeom>
          <a:noFill/>
        </p:spPr>
        <p:txBody>
          <a:bodyPr wrap="square" rtlCol="0">
            <a:spAutoFit/>
          </a:bodyPr>
          <a:lstStyle/>
          <a:p>
            <a:pPr lvl="0">
              <a:lnSpc>
                <a:spcPct val="150000"/>
              </a:lnSpc>
            </a:pPr>
            <a:r>
              <a:rPr lang="en-IN" sz="2800" dirty="0">
                <a:latin typeface="Times New Roman" panose="02020603050405020304" pitchFamily="18" charset="0"/>
                <a:cs typeface="Times New Roman" panose="02020603050405020304" pitchFamily="18" charset="0"/>
              </a:rPr>
              <a:t>1.  Report Upload: Users can upload medical reports in PDF, JPG, and PNG formats.</a:t>
            </a:r>
          </a:p>
          <a:p>
            <a:pPr lvl="0">
              <a:lnSpc>
                <a:spcPct val="150000"/>
              </a:lnSpc>
            </a:pPr>
            <a:r>
              <a:rPr lang="en-IN" sz="2800" dirty="0">
                <a:latin typeface="Times New Roman" panose="02020603050405020304" pitchFamily="18" charset="0"/>
                <a:cs typeface="Times New Roman" panose="02020603050405020304" pitchFamily="18" charset="0"/>
              </a:rPr>
              <a:t>Types of Reports: Supports common laboratory reports, such as Complete Blood Count (CBC), Blood Sugar, Lipid Profile, Liver Function Test (LFT), Kidney Function Test (KFT), and Thyroid Test reports. </a:t>
            </a:r>
          </a:p>
          <a:p>
            <a:pPr lvl="0">
              <a:lnSpc>
                <a:spcPct val="150000"/>
              </a:lnSpc>
            </a:pPr>
            <a:r>
              <a:rPr lang="en-IN" sz="2800" dirty="0">
                <a:latin typeface="Times New Roman" panose="02020603050405020304" pitchFamily="18" charset="0"/>
                <a:cs typeface="Times New Roman" panose="02020603050405020304" pitchFamily="18" charset="0"/>
              </a:rPr>
              <a:t>2. Text Extraction: Uses PDF.js to extract text from text-based PDF reports.</a:t>
            </a:r>
          </a:p>
          <a:p>
            <a:pPr lvl="0">
              <a:lnSpc>
                <a:spcPct val="150000"/>
              </a:lnSpc>
            </a:pPr>
            <a:r>
              <a:rPr lang="en-IN" sz="2800" dirty="0">
                <a:latin typeface="Times New Roman" panose="02020603050405020304" pitchFamily="18" charset="0"/>
                <a:cs typeface="Times New Roman" panose="02020603050405020304" pitchFamily="18" charset="0"/>
              </a:rPr>
              <a:t>3. OCR Processing: Uses Tesseract.js OCR to recognize text from scanned reports and image files.</a:t>
            </a:r>
          </a:p>
          <a:p>
            <a:pPr lvl="0">
              <a:lnSpc>
                <a:spcPct val="150000"/>
              </a:lnSpc>
            </a:pPr>
            <a:r>
              <a:rPr lang="en-IN" sz="2800" dirty="0">
                <a:latin typeface="Times New Roman" panose="02020603050405020304" pitchFamily="18" charset="0"/>
                <a:cs typeface="Times New Roman" panose="02020603050405020304" pitchFamily="18" charset="0"/>
              </a:rPr>
              <a:t>4. Text Processing: Extracts and organizes medical test names, values, and related information.</a:t>
            </a:r>
          </a:p>
          <a:p>
            <a:pPr lvl="0">
              <a:lnSpc>
                <a:spcPct val="150000"/>
              </a:lnSpc>
            </a:pPr>
            <a:r>
              <a:rPr lang="en-IN" sz="2800" dirty="0">
                <a:latin typeface="Times New Roman" panose="02020603050405020304" pitchFamily="18" charset="0"/>
                <a:cs typeface="Times New Roman" panose="02020603050405020304" pitchFamily="18" charset="0"/>
              </a:rPr>
              <a:t>AI-Based Simplification:  LLM  (Qwen) complex medical terms into simple, patient-friendly explanations.</a:t>
            </a:r>
          </a:p>
          <a:p>
            <a:pPr lvl="0">
              <a:lnSpc>
                <a:spcPct val="150000"/>
              </a:lnSpc>
            </a:pPr>
            <a:r>
              <a:rPr lang="en-IN" sz="2800" dirty="0">
                <a:latin typeface="Times New Roman" panose="02020603050405020304" pitchFamily="18" charset="0"/>
                <a:cs typeface="Times New Roman" panose="02020603050405020304" pitchFamily="18" charset="0"/>
              </a:rPr>
              <a:t>5. Risk Identification: Displays indicators such as Normal, Moderate, and High based on the extracted information.</a:t>
            </a:r>
          </a:p>
          <a:p>
            <a:pPr lvl="0">
              <a:lnSpc>
                <a:spcPct val="150000"/>
              </a:lnSpc>
            </a:pPr>
            <a:r>
              <a:rPr lang="en-IN" sz="2800" dirty="0">
                <a:latin typeface="Times New Roman" panose="02020603050405020304" pitchFamily="18" charset="0"/>
                <a:cs typeface="Times New Roman" panose="02020603050405020304" pitchFamily="18" charset="0"/>
              </a:rPr>
              <a:t>6. Multilingual Support: Provides simplified explanations in the selected language.</a:t>
            </a:r>
          </a:p>
          <a:p>
            <a:pPr lvl="0">
              <a:lnSpc>
                <a:spcPct val="150000"/>
              </a:lnSpc>
            </a:pPr>
            <a:r>
              <a:rPr lang="en-IN" sz="2800" dirty="0">
                <a:latin typeface="Times New Roman" panose="02020603050405020304" pitchFamily="18" charset="0"/>
                <a:cs typeface="Times New Roman" panose="02020603050405020304" pitchFamily="18" charset="0"/>
              </a:rPr>
              <a:t>7. Voice Explanation: Uses Text-to-Speech (TTS) to read out the simplified report.</a:t>
            </a:r>
          </a:p>
          <a:p>
            <a:pPr lvl="0">
              <a:lnSpc>
                <a:spcPct val="150000"/>
              </a:lnSpc>
            </a:pPr>
            <a:r>
              <a:rPr lang="en-IN" sz="2800" dirty="0">
                <a:latin typeface="Times New Roman" panose="02020603050405020304" pitchFamily="18" charset="0"/>
                <a:cs typeface="Times New Roman" panose="02020603050405020304" pitchFamily="18" charset="0"/>
              </a:rPr>
              <a:t>8. Report History: Stores previous report details using Local Storage, allowing users to view them later.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486400" y="-151448"/>
            <a:ext cx="6407150" cy="836295"/>
          </a:xfrm>
          <a:prstGeom prst="rect">
            <a:avLst/>
          </a:prstGeom>
        </p:spPr>
        <p:txBody>
          <a:bodyPr lIns="0" tIns="0" rIns="0" bIns="0" rtlCol="0" anchor="t">
            <a:noAutofit/>
          </a:bodyPr>
          <a:lstStyle/>
          <a:p>
            <a:pPr algn="ctr">
              <a:lnSpc>
                <a:spcPts val="7700"/>
              </a:lnSpc>
            </a:pPr>
            <a:r>
              <a:rPr lang="en-US" sz="4400" b="1" dirty="0">
                <a:solidFill>
                  <a:srgbClr val="000000"/>
                </a:solidFill>
                <a:latin typeface="Times New Roman" panose="02020603050405020304" pitchFamily="18" charset="0"/>
                <a:ea typeface="Lora Bold" panose="00000800000000000000"/>
                <a:cs typeface="Times New Roman" panose="02020603050405020304" pitchFamily="18" charset="0"/>
                <a:sym typeface="Lora Bold" panose="00000800000000000000"/>
              </a:rPr>
              <a:t>ARCHITECTURE</a:t>
            </a:r>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panose="020B0503030501040103"/>
                <a:ea typeface="Canva Sans" panose="020B0503030501040103"/>
                <a:cs typeface="Canva Sans" panose="020B0503030501040103"/>
                <a:sym typeface="Canva Sans" panose="020B0503030501040103"/>
              </a:rPr>
              <a:t>8</a:t>
            </a:r>
          </a:p>
        </p:txBody>
      </p:sp>
      <p:pic>
        <p:nvPicPr>
          <p:cNvPr id="11" name="Picture 10"/>
          <p:cNvPicPr>
            <a:picLocks noChangeAspect="1"/>
          </p:cNvPicPr>
          <p:nvPr/>
        </p:nvPicPr>
        <p:blipFill>
          <a:blip r:embed="rId2"/>
          <a:stretch>
            <a:fillRect/>
          </a:stretch>
        </p:blipFill>
        <p:spPr>
          <a:xfrm>
            <a:off x="2971800" y="952500"/>
            <a:ext cx="11201400" cy="7467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130290" y="194310"/>
            <a:ext cx="5127625" cy="912495"/>
          </a:xfrm>
          <a:prstGeom prst="rect">
            <a:avLst/>
          </a:prstGeom>
          <a:noFill/>
        </p:spPr>
        <p:txBody>
          <a:bodyPr wrap="none" rtlCol="0">
            <a:noAutofit/>
          </a:bodyPr>
          <a:lstStyle/>
          <a:p>
            <a:r>
              <a:rPr lang="en-IN" sz="4400" b="1" dirty="0">
                <a:latin typeface="Times New Roman" panose="02020603050405020304" pitchFamily="18" charset="0"/>
                <a:cs typeface="Times New Roman" panose="02020603050405020304" pitchFamily="18" charset="0"/>
              </a:rPr>
              <a:t>METHODOLOGY</a:t>
            </a:r>
          </a:p>
        </p:txBody>
      </p:sp>
      <p:sp>
        <p:nvSpPr>
          <p:cNvPr id="9" name="TextBox 8"/>
          <p:cNvSpPr txBox="1"/>
          <p:nvPr/>
        </p:nvSpPr>
        <p:spPr>
          <a:xfrm>
            <a:off x="304800" y="1328420"/>
            <a:ext cx="16456025" cy="8632190"/>
          </a:xfrm>
          <a:prstGeom prst="rect">
            <a:avLst/>
          </a:prstGeom>
          <a:noFill/>
        </p:spPr>
        <p:txBody>
          <a:bodyPr wrap="square" rtlCol="0">
            <a:noAutofit/>
          </a:bodyPr>
          <a:lstStyle/>
          <a:p>
            <a:pPr>
              <a:lnSpc>
                <a:spcPct val="100000"/>
              </a:lnSpc>
            </a:pPr>
            <a:r>
              <a:rPr lang="en-IN" sz="2400" dirty="0">
                <a:latin typeface="Times New Roman" panose="02020603050405020304" pitchFamily="18" charset="0"/>
                <a:cs typeface="Times New Roman" panose="02020603050405020304" pitchFamily="18" charset="0"/>
              </a:rPr>
              <a:t>1. Medical Report Upload</a:t>
            </a:r>
            <a:r>
              <a:rPr lang="en-US" altLang="en-IN" sz="24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Users can upload PDF, JPG, and PNG files. Supports CBC, Blood Sugar, Pulse rate report and Thyroid reports. The uploaded report is processed for text extraction.</a:t>
            </a:r>
          </a:p>
          <a:p>
            <a:pPr>
              <a:lnSpc>
                <a:spcPct val="100000"/>
              </a:lnSpc>
            </a:pPr>
            <a:endParaRPr lang="en-IN" sz="2400" dirty="0">
              <a:latin typeface="Times New Roman" panose="02020603050405020304" pitchFamily="18" charset="0"/>
              <a:cs typeface="Times New Roman" panose="02020603050405020304" pitchFamily="18" charset="0"/>
            </a:endParaRPr>
          </a:p>
          <a:p>
            <a:pPr>
              <a:lnSpc>
                <a:spcPct val="100000"/>
              </a:lnSpc>
            </a:pPr>
            <a:r>
              <a:rPr lang="en-US" altLang="en-US" sz="2400" dirty="0">
                <a:latin typeface="Times New Roman" panose="02020603050405020304" pitchFamily="18" charset="0"/>
                <a:cs typeface="Times New Roman" panose="02020603050405020304" pitchFamily="18" charset="0"/>
              </a:rPr>
              <a:t>2. Text Extraction &amp; Medical Information Extraction: PDF.js extracts text from digital PDF reports, while Tesseract.js performs OCR on scanned reports and images. The extracted text is processed to identify medical test names, values, units, and reference ranges, organizing the information for further AI processing</a:t>
            </a:r>
          </a:p>
          <a:p>
            <a:pPr>
              <a:lnSpc>
                <a:spcPct val="100000"/>
              </a:lnSpc>
            </a:pPr>
            <a:endParaRPr lang="en-US" altLang="en-US" sz="2400" dirty="0">
              <a:latin typeface="Times New Roman" panose="02020603050405020304" pitchFamily="18" charset="0"/>
              <a:cs typeface="Times New Roman" panose="02020603050405020304" pitchFamily="18" charset="0"/>
            </a:endParaRPr>
          </a:p>
          <a:p>
            <a:pPr>
              <a:lnSpc>
                <a:spcPct val="100000"/>
              </a:lnSpc>
            </a:pPr>
            <a:r>
              <a:rPr lang="en-US" altLang="en-IN" sz="2400" dirty="0">
                <a:latin typeface="Times New Roman" panose="02020603050405020304" pitchFamily="18" charset="0"/>
                <a:cs typeface="Times New Roman" panose="02020603050405020304" pitchFamily="18" charset="0"/>
              </a:rPr>
              <a:t>3</a:t>
            </a:r>
            <a:r>
              <a:rPr lang="en-IN" sz="2400" dirty="0">
                <a:latin typeface="Times New Roman" panose="02020603050405020304" pitchFamily="18" charset="0"/>
                <a:cs typeface="Times New Roman" panose="02020603050405020304" pitchFamily="18" charset="0"/>
              </a:rPr>
              <a:t>. AI-Based Simplification</a:t>
            </a:r>
            <a:r>
              <a:rPr lang="en-US" altLang="en-IN" sz="24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Qwen LLM processes the extracted medical information. Complex medical terms are converted into simple language. Patients receive easy-to-understand explanations.</a:t>
            </a:r>
          </a:p>
          <a:p>
            <a:pPr>
              <a:lnSpc>
                <a:spcPct val="100000"/>
              </a:lnSpc>
            </a:pPr>
            <a:endParaRPr lang="en-IN" sz="2400" dirty="0">
              <a:latin typeface="Times New Roman" panose="02020603050405020304" pitchFamily="18" charset="0"/>
              <a:cs typeface="Times New Roman" panose="02020603050405020304" pitchFamily="18" charset="0"/>
            </a:endParaRPr>
          </a:p>
          <a:p>
            <a:pPr>
              <a:lnSpc>
                <a:spcPct val="100000"/>
              </a:lnSpc>
            </a:pPr>
            <a:r>
              <a:rPr lang="en-US" altLang="en-IN" sz="2400" dirty="0">
                <a:latin typeface="Times New Roman" panose="02020603050405020304" pitchFamily="18" charset="0"/>
                <a:cs typeface="Times New Roman" panose="02020603050405020304" pitchFamily="18" charset="0"/>
              </a:rPr>
              <a:t>4</a:t>
            </a:r>
            <a:r>
              <a:rPr lang="en-IN" sz="2400" dirty="0">
                <a:latin typeface="Times New Roman" panose="02020603050405020304" pitchFamily="18" charset="0"/>
                <a:cs typeface="Times New Roman" panose="02020603050405020304" pitchFamily="18" charset="0"/>
              </a:rPr>
              <a:t>. Risk Identification</a:t>
            </a:r>
            <a:r>
              <a:rPr lang="en-US" altLang="en-IN" sz="2400" dirty="0">
                <a:latin typeface="Times New Roman" panose="02020603050405020304" pitchFamily="18" charset="0"/>
                <a:cs typeface="Times New Roman" panose="02020603050405020304" pitchFamily="18" charset="0"/>
              </a:rPr>
              <a:t>:</a:t>
            </a:r>
            <a:r>
              <a:rPr lang="en-US" altLang="en-IN"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Analyses extracted values and available reference ranges. Displays risk levels as Normal, Moderate, or High. Helps users understand the report more easily.</a:t>
            </a:r>
          </a:p>
          <a:p>
            <a:pPr>
              <a:lnSpc>
                <a:spcPct val="100000"/>
              </a:lnSpc>
            </a:pPr>
            <a:endParaRPr lang="en-IN" sz="2400" dirty="0">
              <a:latin typeface="Times New Roman" panose="02020603050405020304" pitchFamily="18" charset="0"/>
              <a:cs typeface="Times New Roman" panose="02020603050405020304" pitchFamily="18" charset="0"/>
            </a:endParaRPr>
          </a:p>
          <a:p>
            <a:pPr>
              <a:lnSpc>
                <a:spcPct val="100000"/>
              </a:lnSpc>
            </a:pPr>
            <a:r>
              <a:rPr lang="en-US" altLang="en-IN" sz="2400" dirty="0">
                <a:latin typeface="Times New Roman" panose="02020603050405020304" pitchFamily="18" charset="0"/>
                <a:cs typeface="Times New Roman" panose="02020603050405020304" pitchFamily="18" charset="0"/>
              </a:rPr>
              <a:t>5</a:t>
            </a:r>
            <a:r>
              <a:rPr lang="en-IN" sz="2400" dirty="0">
                <a:latin typeface="Times New Roman" panose="02020603050405020304" pitchFamily="18" charset="0"/>
                <a:cs typeface="Times New Roman" panose="02020603050405020304" pitchFamily="18" charset="0"/>
              </a:rPr>
              <a:t>. Multilingual Support</a:t>
            </a:r>
            <a:r>
              <a:rPr lang="en-US" altLang="en-IN" sz="2400" dirty="0">
                <a:latin typeface="Times New Roman" panose="02020603050405020304" pitchFamily="18" charset="0"/>
                <a:cs typeface="Times New Roman" panose="02020603050405020304" pitchFamily="18" charset="0"/>
              </a:rPr>
              <a:t>:</a:t>
            </a:r>
            <a:r>
              <a:rPr lang="en-US" altLang="en-IN"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Users can select their preferred language. Simplified explanations are provided in the selected language. This helps improve accessibility for different users.</a:t>
            </a:r>
          </a:p>
          <a:p>
            <a:pPr>
              <a:lnSpc>
                <a:spcPct val="100000"/>
              </a:lnSpc>
            </a:pPr>
            <a:endParaRPr lang="en-IN" sz="2400" dirty="0">
              <a:latin typeface="Times New Roman" panose="02020603050405020304" pitchFamily="18" charset="0"/>
              <a:cs typeface="Times New Roman" panose="02020603050405020304" pitchFamily="18" charset="0"/>
            </a:endParaRPr>
          </a:p>
          <a:p>
            <a:pPr>
              <a:lnSpc>
                <a:spcPct val="100000"/>
              </a:lnSpc>
            </a:pPr>
            <a:r>
              <a:rPr lang="en-US" altLang="en-IN" sz="2400" dirty="0">
                <a:latin typeface="Times New Roman" panose="02020603050405020304" pitchFamily="18" charset="0"/>
                <a:cs typeface="Times New Roman" panose="02020603050405020304" pitchFamily="18" charset="0"/>
              </a:rPr>
              <a:t>6</a:t>
            </a:r>
            <a:r>
              <a:rPr lang="en-IN" sz="2400" dirty="0">
                <a:latin typeface="Times New Roman" panose="02020603050405020304" pitchFamily="18" charset="0"/>
                <a:cs typeface="Times New Roman" panose="02020603050405020304" pitchFamily="18" charset="0"/>
              </a:rPr>
              <a:t> Voice Explanation</a:t>
            </a:r>
            <a:r>
              <a:rPr lang="en-US" altLang="en-IN" sz="2400" dirty="0">
                <a:latin typeface="Times New Roman" panose="02020603050405020304" pitchFamily="18" charset="0"/>
                <a:cs typeface="Times New Roman" panose="02020603050405020304" pitchFamily="18" charset="0"/>
              </a:rPr>
              <a:t>:</a:t>
            </a:r>
            <a:r>
              <a:rPr lang="en-US" altLang="en-IN"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Text-to-Speech converts explanations into audio. Users can listen to their simplified report. This supports users who prefer audio explanations.</a:t>
            </a:r>
          </a:p>
          <a:p>
            <a:pPr>
              <a:lnSpc>
                <a:spcPct val="100000"/>
              </a:lnSpc>
            </a:pPr>
            <a:endParaRPr lang="en-IN" sz="2400" dirty="0">
              <a:latin typeface="Times New Roman" panose="02020603050405020304" pitchFamily="18" charset="0"/>
              <a:cs typeface="Times New Roman" panose="02020603050405020304" pitchFamily="18" charset="0"/>
            </a:endParaRPr>
          </a:p>
          <a:p>
            <a:pPr>
              <a:lnSpc>
                <a:spcPct val="100000"/>
              </a:lnSpc>
            </a:pPr>
            <a:r>
              <a:rPr lang="en-US" altLang="en-IN" sz="2400" dirty="0">
                <a:latin typeface="Times New Roman" panose="02020603050405020304" pitchFamily="18" charset="0"/>
                <a:cs typeface="Times New Roman" panose="02020603050405020304" pitchFamily="18" charset="0"/>
              </a:rPr>
              <a:t>7</a:t>
            </a:r>
            <a:r>
              <a:rPr lang="en-IN" sz="2400" dirty="0">
                <a:latin typeface="Times New Roman" panose="02020603050405020304" pitchFamily="18" charset="0"/>
                <a:cs typeface="Times New Roman" panose="02020603050405020304" pitchFamily="18" charset="0"/>
              </a:rPr>
              <a:t>. Report History</a:t>
            </a:r>
            <a:r>
              <a:rPr lang="en-US" altLang="en-IN" sz="24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Previous report details are stored using Local Storage. Users can access their saved report history. This allows easy reference to earlier reports.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019800" y="800100"/>
            <a:ext cx="5931310" cy="769441"/>
          </a:xfrm>
          <a:prstGeom prst="rect">
            <a:avLst/>
          </a:prstGeom>
          <a:noFill/>
        </p:spPr>
        <p:txBody>
          <a:bodyPr wrap="square" rtlCol="0">
            <a:spAutoFit/>
          </a:bodyPr>
          <a:lstStyle/>
          <a:p>
            <a:r>
              <a:rPr lang="en-US" sz="4400" b="1" dirty="0">
                <a:latin typeface="Times New Roman" panose="02020603050405020304" pitchFamily="18" charset="0"/>
                <a:cs typeface="Times New Roman" panose="02020603050405020304" pitchFamily="18" charset="0"/>
              </a:rPr>
              <a:t>TECHNOLOGY USED</a:t>
            </a:r>
            <a:endParaRPr lang="en-IN" sz="44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600200" y="2171700"/>
            <a:ext cx="15087600" cy="757789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239000" y="190500"/>
            <a:ext cx="7720781" cy="768350"/>
          </a:xfrm>
          <a:prstGeom prst="rect">
            <a:avLst/>
          </a:prstGeom>
          <a:noFill/>
        </p:spPr>
        <p:txBody>
          <a:bodyPr wrap="square" rtlCol="0">
            <a:spAutoFit/>
          </a:bodyPr>
          <a:lstStyle/>
          <a:p>
            <a:r>
              <a:rPr lang="en-US" sz="4400" dirty="0">
                <a:latin typeface="Times New Roman" panose="02020603050405020304" pitchFamily="18" charset="0"/>
                <a:cs typeface="Times New Roman" panose="02020603050405020304" pitchFamily="18" charset="0"/>
              </a:rPr>
              <a:t>DATASETS</a:t>
            </a:r>
          </a:p>
        </p:txBody>
      </p:sp>
      <p:sp>
        <p:nvSpPr>
          <p:cNvPr id="5" name="TextBox 4"/>
          <p:cNvSpPr txBox="1"/>
          <p:nvPr/>
        </p:nvSpPr>
        <p:spPr>
          <a:xfrm>
            <a:off x="1493134" y="1736202"/>
            <a:ext cx="14432666" cy="5692775"/>
          </a:xfrm>
          <a:prstGeom prst="rect">
            <a:avLst/>
          </a:prstGeom>
          <a:noFill/>
        </p:spPr>
        <p:txBody>
          <a:bodyPr wrap="square" rtlCol="0">
            <a:spAutoFit/>
          </a:bodyPr>
          <a:lstStyle/>
          <a:p>
            <a:r>
              <a:rPr lang="en-US" altLang="en-US" sz="2800" dirty="0">
                <a:solidFill>
                  <a:schemeClr val="tx1"/>
                </a:solidFill>
                <a:latin typeface="Times New Roman" panose="02020603050405020304" pitchFamily="18" charset="0"/>
                <a:cs typeface="Times New Roman" panose="02020603050405020304" pitchFamily="18" charset="0"/>
              </a:rPr>
              <a:t>The proposed system utilizes a pre-trained AI model for simplifying medical reports. Hence, no separate dataset was used for training the model. Instead, a collection of sample medical reports was used to test and evaluate the application's functionality. These sample reports were used to verify the report upload process, text extraction, AI-based simplification, and voice explanation features.</a:t>
            </a:r>
          </a:p>
          <a:p>
            <a:endParaRPr lang="en-US" altLang="en-US" sz="2800" dirty="0">
              <a:solidFill>
                <a:schemeClr val="tx1"/>
              </a:solidFill>
              <a:latin typeface="Times New Roman" panose="02020603050405020304" pitchFamily="18" charset="0"/>
              <a:cs typeface="Times New Roman" panose="02020603050405020304" pitchFamily="18" charset="0"/>
            </a:endParaRPr>
          </a:p>
          <a:p>
            <a:r>
              <a:rPr lang="en-US" altLang="en-US" sz="2800" dirty="0">
                <a:solidFill>
                  <a:schemeClr val="tx1"/>
                </a:solidFill>
                <a:latin typeface="Times New Roman" panose="02020603050405020304" pitchFamily="18" charset="0"/>
                <a:cs typeface="Times New Roman" panose="02020603050405020304" pitchFamily="18" charset="0"/>
              </a:rPr>
              <a:t>The sample medical reports used for testing are provided through the following links:</a:t>
            </a:r>
          </a:p>
          <a:p>
            <a:endParaRPr lang="en-US" altLang="en-US" sz="2800" dirty="0">
              <a:solidFill>
                <a:schemeClr val="tx1"/>
              </a:solidFill>
              <a:latin typeface="Times New Roman" panose="02020603050405020304" pitchFamily="18" charset="0"/>
              <a:cs typeface="Times New Roman" panose="02020603050405020304" pitchFamily="18" charset="0"/>
            </a:endParaRPr>
          </a:p>
          <a:p>
            <a:r>
              <a:rPr lang="en-US" altLang="en-US" sz="2800" dirty="0">
                <a:solidFill>
                  <a:schemeClr val="tx2">
                    <a:lumMod val="50000"/>
                    <a:lumOff val="50000"/>
                  </a:schemeClr>
                </a:solidFill>
                <a:latin typeface="Times New Roman" panose="02020603050405020304" pitchFamily="18" charset="0"/>
                <a:cs typeface="Times New Roman" panose="02020603050405020304" pitchFamily="18" charset="0"/>
              </a:rPr>
              <a:t>https://github.com/abachaa/MedQuAD?utm_source=chatgpt.com⁠</a:t>
            </a:r>
          </a:p>
          <a:p>
            <a:r>
              <a:rPr lang="en-US" altLang="en-US" sz="2800" dirty="0">
                <a:solidFill>
                  <a:schemeClr val="tx2">
                    <a:lumMod val="50000"/>
                    <a:lumOff val="50000"/>
                  </a:schemeClr>
                </a:solidFill>
                <a:latin typeface="Times New Roman" panose="02020603050405020304" pitchFamily="18" charset="0"/>
                <a:cs typeface="Times New Roman" panose="02020603050405020304" pitchFamily="18" charset="0"/>
              </a:rPr>
              <a:t>https://huggingface.co/datasets/Sadou/medical-reports-simplification-dataset⁠</a:t>
            </a:r>
          </a:p>
          <a:p>
            <a:r>
              <a:rPr lang="en-US" altLang="en-US" sz="2800" dirty="0">
                <a:solidFill>
                  <a:schemeClr val="tx2">
                    <a:lumMod val="50000"/>
                    <a:lumOff val="50000"/>
                  </a:schemeClr>
                </a:solidFill>
                <a:latin typeface="Times New Roman" panose="02020603050405020304" pitchFamily="18" charset="0"/>
                <a:cs typeface="Times New Roman" panose="02020603050405020304" pitchFamily="18" charset="0"/>
              </a:rPr>
              <a:t>https://huggingface.co/datasets/Akhil-reddy/Medical-Balanced?utm_source=chatgpt.com⁠</a:t>
            </a:r>
          </a:p>
          <a:p>
            <a:r>
              <a:rPr lang="en-US" altLang="en-US" sz="2800" dirty="0">
                <a:solidFill>
                  <a:schemeClr val="tx2">
                    <a:lumMod val="50000"/>
                    <a:lumOff val="50000"/>
                  </a:schemeClr>
                </a:solidFill>
                <a:latin typeface="Times New Roman" panose="02020603050405020304" pitchFamily="18" charset="0"/>
                <a:cs typeface="Times New Roman" panose="02020603050405020304" pitchFamily="18" charset="0"/>
              </a:rPr>
              <a:t>https://huggingface.co/datasets/ClinOCR-Bench/ClinOCR-Bench?utm_source=chatgpt.com⁠</a:t>
            </a:r>
          </a:p>
          <a:p>
            <a:r>
              <a:rPr lang="en-US" altLang="en-US" sz="2800" dirty="0">
                <a:solidFill>
                  <a:schemeClr val="tx2">
                    <a:lumMod val="50000"/>
                    <a:lumOff val="50000"/>
                  </a:schemeClr>
                </a:solidFill>
                <a:latin typeface="Times New Roman" panose="02020603050405020304" pitchFamily="18" charset="0"/>
                <a:cs typeface="Times New Roman" panose="02020603050405020304" pitchFamily="18" charset="0"/>
              </a:rPr>
              <a:t>https://github.com/nepython/MedSiML?utm_source=chatgpt.com⁠</a:t>
            </a:r>
            <a:endParaRPr lang="en-IN" sz="2800" dirty="0">
              <a:solidFill>
                <a:schemeClr val="tx2">
                  <a:lumMod val="50000"/>
                  <a:lumOff val="50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705600" y="419100"/>
            <a:ext cx="7565923" cy="769441"/>
          </a:xfrm>
          <a:prstGeom prst="rect">
            <a:avLst/>
          </a:prstGeom>
          <a:noFill/>
        </p:spPr>
        <p:txBody>
          <a:bodyPr wrap="square" rtlCol="0">
            <a:spAutoFit/>
          </a:bodyPr>
          <a:lstStyle/>
          <a:p>
            <a:r>
              <a:rPr lang="en-US" sz="4400" b="1" dirty="0">
                <a:latin typeface="Times New Roman" panose="02020603050405020304" pitchFamily="18" charset="0"/>
                <a:cs typeface="Times New Roman" panose="02020603050405020304" pitchFamily="18" charset="0"/>
              </a:rPr>
              <a:t>IMPLEMENTATION</a:t>
            </a:r>
            <a:endParaRPr lang="en-IN" sz="44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5073948" y="2300000"/>
            <a:ext cx="4110000" cy="5700000"/>
          </a:xfrm>
          <a:prstGeom prst="rect">
            <a:avLst/>
          </a:prstGeom>
        </p:spPr>
      </p:pic>
      <p:pic>
        <p:nvPicPr>
          <p:cNvPr id="6" name="Picture 5"/>
          <p:cNvPicPr>
            <a:picLocks noChangeAspect="1"/>
          </p:cNvPicPr>
          <p:nvPr/>
        </p:nvPicPr>
        <p:blipFill>
          <a:blip r:embed="rId3"/>
          <a:stretch>
            <a:fillRect/>
          </a:stretch>
        </p:blipFill>
        <p:spPr>
          <a:xfrm>
            <a:off x="9941654" y="2300000"/>
            <a:ext cx="3793214" cy="5700000"/>
          </a:xfrm>
          <a:prstGeom prst="rect">
            <a:avLst/>
          </a:prstGeom>
        </p:spPr>
      </p:pic>
      <p:pic>
        <p:nvPicPr>
          <p:cNvPr id="8" name="Picture 7"/>
          <p:cNvPicPr>
            <a:picLocks noChangeAspect="1"/>
          </p:cNvPicPr>
          <p:nvPr/>
        </p:nvPicPr>
        <p:blipFill>
          <a:blip r:embed="rId4"/>
          <a:stretch>
            <a:fillRect/>
          </a:stretch>
        </p:blipFill>
        <p:spPr>
          <a:xfrm>
            <a:off x="14492574" y="2300000"/>
            <a:ext cx="3545424" cy="5700000"/>
          </a:xfrm>
          <a:prstGeom prst="rect">
            <a:avLst/>
          </a:prstGeom>
        </p:spPr>
      </p:pic>
      <p:sp>
        <p:nvSpPr>
          <p:cNvPr id="9" name="Arrow: Right 8"/>
          <p:cNvSpPr/>
          <p:nvPr/>
        </p:nvSpPr>
        <p:spPr>
          <a:xfrm>
            <a:off x="9322801" y="4907684"/>
            <a:ext cx="480000"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Arrow: Right 9"/>
          <p:cNvSpPr/>
          <p:nvPr/>
        </p:nvSpPr>
        <p:spPr>
          <a:xfrm>
            <a:off x="13873721" y="4907684"/>
            <a:ext cx="480000"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descr="MedSimplify intro screen with Skip Intro button"/>
          <p:cNvPicPr>
            <a:picLocks noChangeAspect="1"/>
          </p:cNvPicPr>
          <p:nvPr/>
        </p:nvPicPr>
        <p:blipFill>
          <a:blip r:embed="rId5"/>
          <a:stretch>
            <a:fillRect/>
          </a:stretch>
        </p:blipFill>
        <p:spPr>
          <a:xfrm>
            <a:off x="250000" y="2300000"/>
            <a:ext cx="4066242" cy="5700000"/>
          </a:xfrm>
          <a:prstGeom prst="rect">
            <a:avLst/>
          </a:prstGeom>
        </p:spPr>
      </p:pic>
      <p:sp>
        <p:nvSpPr>
          <p:cNvPr id="12" name="Arrow: Right 11"/>
          <p:cNvSpPr/>
          <p:nvPr/>
        </p:nvSpPr>
        <p:spPr>
          <a:xfrm>
            <a:off x="4455095" y="4907684"/>
            <a:ext cx="480000"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705600" y="419100"/>
            <a:ext cx="7565923" cy="769441"/>
          </a:xfrm>
          <a:prstGeom prst="rect">
            <a:avLst/>
          </a:prstGeom>
          <a:noFill/>
        </p:spPr>
        <p:txBody>
          <a:bodyPr wrap="square" rtlCol="0">
            <a:spAutoFit/>
          </a:bodyPr>
          <a:lstStyle/>
          <a:p>
            <a:r>
              <a:rPr lang="en-US" sz="4400" b="1" dirty="0">
                <a:latin typeface="Times New Roman" panose="02020603050405020304" pitchFamily="18" charset="0"/>
                <a:cs typeface="Times New Roman" panose="02020603050405020304" pitchFamily="18" charset="0"/>
              </a:rPr>
              <a:t>IMPLEMENTATION</a:t>
            </a:r>
            <a:endParaRPr lang="en-IN" sz="44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6705600" y="1685925"/>
            <a:ext cx="4901980" cy="8305800"/>
          </a:xfrm>
          <a:prstGeom prst="rect">
            <a:avLst/>
          </a:prstGeom>
        </p:spPr>
      </p:pic>
      <p:pic>
        <p:nvPicPr>
          <p:cNvPr id="6" name="Picture 5"/>
          <p:cNvPicPr>
            <a:picLocks noChangeAspect="1"/>
          </p:cNvPicPr>
          <p:nvPr/>
        </p:nvPicPr>
        <p:blipFill>
          <a:blip r:embed="rId3"/>
          <a:stretch>
            <a:fillRect/>
          </a:stretch>
        </p:blipFill>
        <p:spPr>
          <a:xfrm>
            <a:off x="457200" y="1295400"/>
            <a:ext cx="4912363" cy="8696325"/>
          </a:xfrm>
          <a:prstGeom prst="rect">
            <a:avLst/>
          </a:prstGeom>
        </p:spPr>
      </p:pic>
      <p:pic>
        <p:nvPicPr>
          <p:cNvPr id="8" name="Picture 7"/>
          <p:cNvPicPr>
            <a:picLocks noChangeAspect="1"/>
          </p:cNvPicPr>
          <p:nvPr/>
        </p:nvPicPr>
        <p:blipFill>
          <a:blip r:embed="rId4"/>
          <a:stretch>
            <a:fillRect/>
          </a:stretch>
        </p:blipFill>
        <p:spPr>
          <a:xfrm>
            <a:off x="12496800" y="1685926"/>
            <a:ext cx="5105400" cy="8305800"/>
          </a:xfrm>
          <a:prstGeom prst="rect">
            <a:avLst/>
          </a:prstGeom>
        </p:spPr>
      </p:pic>
      <p:sp>
        <p:nvSpPr>
          <p:cNvPr id="9" name="Arrow: Right 8"/>
          <p:cNvSpPr/>
          <p:nvPr/>
        </p:nvSpPr>
        <p:spPr>
          <a:xfrm>
            <a:off x="5548377" y="4901184"/>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Arrow: Right 9"/>
          <p:cNvSpPr/>
          <p:nvPr/>
        </p:nvSpPr>
        <p:spPr>
          <a:xfrm>
            <a:off x="11619870" y="4991100"/>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239000" y="723900"/>
            <a:ext cx="7620000" cy="769441"/>
          </a:xfrm>
          <a:prstGeom prst="rect">
            <a:avLst/>
          </a:prstGeom>
          <a:noFill/>
        </p:spPr>
        <p:txBody>
          <a:bodyPr wrap="square" rtlCol="0">
            <a:spAutoFit/>
          </a:bodyPr>
          <a:lstStyle/>
          <a:p>
            <a:r>
              <a:rPr lang="en-US" sz="4400" b="1" dirty="0">
                <a:latin typeface="Times New Roman" panose="02020603050405020304" pitchFamily="18" charset="0"/>
                <a:cs typeface="Times New Roman" panose="02020603050405020304" pitchFamily="18" charset="0"/>
              </a:rPr>
              <a:t>RESULTS</a:t>
            </a:r>
            <a:endParaRPr lang="en-IN" sz="4400" b="1"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10820400" y="1108620"/>
            <a:ext cx="6553200" cy="7387680"/>
          </a:xfrm>
          <a:prstGeom prst="rect">
            <a:avLst/>
          </a:prstGeom>
        </p:spPr>
      </p:pic>
      <p:sp>
        <p:nvSpPr>
          <p:cNvPr id="6" name="TextBox 5"/>
          <p:cNvSpPr txBox="1"/>
          <p:nvPr/>
        </p:nvSpPr>
        <p:spPr>
          <a:xfrm>
            <a:off x="1371600" y="2171700"/>
            <a:ext cx="9525000" cy="4030980"/>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The MRV system successfully allows users to upload medical reports, select their preferred language, extract text using OCR, and simplify complex medical information into easy-to-understand language. It also provides voice explanations, displays health trends from previous reports, and maintains report history for future reference. Overall, the system makes medical reports more accessible and easier for patients to understand</a:t>
            </a:r>
            <a:r>
              <a:rPr lang="en-US" dirty="0"/>
              <a:t>.</a:t>
            </a:r>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10200" y="876300"/>
            <a:ext cx="9296400" cy="769441"/>
          </a:xfrm>
          <a:prstGeom prst="rect">
            <a:avLst/>
          </a:prstGeom>
          <a:noFill/>
        </p:spPr>
        <p:txBody>
          <a:bodyPr wrap="square" rtlCol="0">
            <a:spAutoFit/>
          </a:bodyPr>
          <a:lstStyle/>
          <a:p>
            <a:r>
              <a:rPr lang="en-US" sz="4400" b="1" dirty="0">
                <a:latin typeface="Times New Roman" panose="02020603050405020304" pitchFamily="18" charset="0"/>
                <a:cs typeface="Times New Roman" panose="02020603050405020304" pitchFamily="18" charset="0"/>
              </a:rPr>
              <a:t>FUTURE ENHANCEMENT</a:t>
            </a:r>
            <a:endParaRPr lang="en-IN" sz="4400" b="1" dirty="0">
              <a:latin typeface="Times New Roman" panose="02020603050405020304" pitchFamily="18" charset="0"/>
              <a:cs typeface="Times New Roman" panose="02020603050405020304" pitchFamily="18" charset="0"/>
            </a:endParaRPr>
          </a:p>
        </p:txBody>
      </p:sp>
      <p:sp>
        <p:nvSpPr>
          <p:cNvPr id="2" name="TextBox 1"/>
          <p:cNvSpPr txBox="1"/>
          <p:nvPr/>
        </p:nvSpPr>
        <p:spPr>
          <a:xfrm>
            <a:off x="152400" y="2145030"/>
            <a:ext cx="17447260" cy="7086600"/>
          </a:xfrm>
          <a:prstGeom prst="rect">
            <a:avLst/>
          </a:prstGeom>
          <a:noFill/>
        </p:spPr>
        <p:txBody>
          <a:bodyPr wrap="square" rtlCol="0">
            <a:noAutofit/>
          </a:bodyPr>
          <a:lstStyle/>
          <a:p>
            <a:r>
              <a:rPr lang="en-US" altLang="en-US" sz="2800" dirty="0">
                <a:latin typeface="Times New Roman" panose="02020603050405020304" pitchFamily="18" charset="0"/>
                <a:cs typeface="Times New Roman" panose="02020603050405020304" pitchFamily="18" charset="0"/>
              </a:rPr>
              <a:t>1. Interactive Regional-Language Voice Assistant:</a:t>
            </a:r>
          </a:p>
          <a:p>
            <a:r>
              <a:rPr lang="en-US" altLang="en-US" sz="2800" dirty="0">
                <a:latin typeface="Times New Roman" panose="02020603050405020304" pitchFamily="18" charset="0"/>
                <a:cs typeface="Times New Roman" panose="02020603050405020304" pitchFamily="18" charset="0"/>
              </a:rPr>
              <a:t>In the future, MRV can include an interactive voice assistant that allows patients to ask questions about their medical reports in their preferred regional language. The system can respond with simple explanations and read the answers aloud using text-to-speech technology. </a:t>
            </a:r>
          </a:p>
          <a:p>
            <a:endParaRPr lang="en-US" altLang="en-US" sz="2800" dirty="0">
              <a:latin typeface="Times New Roman" panose="02020603050405020304" pitchFamily="18" charset="0"/>
              <a:cs typeface="Times New Roman" panose="02020603050405020304" pitchFamily="18" charset="0"/>
            </a:endParaRPr>
          </a:p>
          <a:p>
            <a:r>
              <a:rPr lang="en-US" altLang="en-US" sz="2800" dirty="0">
                <a:latin typeface="Times New Roman" panose="02020603050405020304" pitchFamily="18" charset="0"/>
                <a:cs typeface="Times New Roman" panose="02020603050405020304" pitchFamily="18" charset="0"/>
              </a:rPr>
              <a:t>2. AI-Powered Report Comparison:</a:t>
            </a:r>
          </a:p>
          <a:p>
            <a:r>
              <a:rPr lang="en-US" altLang="en-US" sz="2800" dirty="0">
                <a:latin typeface="Times New Roman" panose="02020603050405020304" pitchFamily="18" charset="0"/>
                <a:cs typeface="Times New Roman" panose="02020603050405020304" pitchFamily="18" charset="0"/>
              </a:rPr>
              <a:t>In the future, MRV can use AI to compare a patient's current medical report with previous reports. The system can identify changes in medical test values and highlight whether each value has increased, decreased, or remained stable. It can present these changes using simple summaries, tables, and visual indicators. </a:t>
            </a:r>
          </a:p>
          <a:p>
            <a:endParaRPr lang="en-US" altLang="en-US" sz="2800" dirty="0">
              <a:latin typeface="Times New Roman" panose="02020603050405020304" pitchFamily="18" charset="0"/>
              <a:cs typeface="Times New Roman" panose="02020603050405020304" pitchFamily="18" charset="0"/>
            </a:endParaRPr>
          </a:p>
          <a:p>
            <a:r>
              <a:rPr lang="en-US" altLang="en-US" sz="2800" dirty="0">
                <a:latin typeface="Times New Roman" panose="02020603050405020304" pitchFamily="18" charset="0"/>
                <a:cs typeface="Times New Roman" panose="02020603050405020304" pitchFamily="18" charset="0"/>
              </a:rPr>
              <a:t>3.Medical Report Reminder Notifications:</a:t>
            </a:r>
          </a:p>
          <a:p>
            <a:r>
              <a:rPr lang="en-US" altLang="en-US" sz="2800" dirty="0">
                <a:latin typeface="Times New Roman" panose="02020603050405020304" pitchFamily="18" charset="0"/>
                <a:cs typeface="Times New Roman" panose="02020603050405020304" pitchFamily="18" charset="0"/>
              </a:rPr>
              <a:t>In the future, MRV can send notifications reminding patients to upload their latest medical reports after scheduled health check-ups. This will help users maintain an updated medical history and compare their results over time.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panose="020B0503030501040103"/>
                <a:ea typeface="Canva Sans" panose="020B0503030501040103"/>
                <a:cs typeface="Canva Sans" panose="020B0503030501040103"/>
                <a:sym typeface="Canva Sans" panose="020B0503030501040103"/>
              </a:rPr>
              <a:t>9</a:t>
            </a:r>
          </a:p>
        </p:txBody>
      </p:sp>
      <p:sp>
        <p:nvSpPr>
          <p:cNvPr id="4" name="TextBox 4"/>
          <p:cNvSpPr txBox="1"/>
          <p:nvPr/>
        </p:nvSpPr>
        <p:spPr>
          <a:xfrm>
            <a:off x="5867400" y="114300"/>
            <a:ext cx="5346065" cy="912495"/>
          </a:xfrm>
          <a:prstGeom prst="rect">
            <a:avLst/>
          </a:prstGeom>
        </p:spPr>
        <p:txBody>
          <a:bodyPr lIns="0" tIns="0" rIns="0" bIns="0" rtlCol="0" anchor="t">
            <a:noAutofit/>
          </a:bodyPr>
          <a:lstStyle/>
          <a:p>
            <a:pPr algn="ctr">
              <a:lnSpc>
                <a:spcPts val="7700"/>
              </a:lnSpc>
            </a:pPr>
            <a:r>
              <a:rPr lang="en-US" sz="4400" b="1" dirty="0">
                <a:solidFill>
                  <a:srgbClr val="000000"/>
                </a:solidFill>
                <a:latin typeface="Times New Roman" panose="02020603050405020304" pitchFamily="18" charset="0"/>
                <a:ea typeface="Lora"/>
                <a:cs typeface="Times New Roman" panose="02020603050405020304" pitchFamily="18" charset="0"/>
                <a:sym typeface="Lora"/>
              </a:rPr>
              <a:t>GANTT</a:t>
            </a:r>
            <a:r>
              <a:rPr lang="en-US" sz="5500" dirty="0">
                <a:solidFill>
                  <a:srgbClr val="000000"/>
                </a:solidFill>
                <a:latin typeface="Lora"/>
                <a:ea typeface="Lora"/>
                <a:cs typeface="Lora"/>
                <a:sym typeface="Lora"/>
              </a:rPr>
              <a:t> </a:t>
            </a:r>
            <a:r>
              <a:rPr lang="en-US" sz="4400" b="1" dirty="0">
                <a:solidFill>
                  <a:srgbClr val="000000"/>
                </a:solidFill>
                <a:latin typeface="Times New Roman" panose="02020603050405020304" pitchFamily="18" charset="0"/>
                <a:ea typeface="Lora"/>
                <a:cs typeface="Times New Roman" panose="02020603050405020304" pitchFamily="18" charset="0"/>
                <a:sym typeface="Lora"/>
              </a:rPr>
              <a:t>CHART</a:t>
            </a:r>
          </a:p>
        </p:txBody>
      </p:sp>
      <p:pic>
        <p:nvPicPr>
          <p:cNvPr id="6" name="Picture 5"/>
          <p:cNvPicPr>
            <a:picLocks noChangeAspect="1"/>
          </p:cNvPicPr>
          <p:nvPr/>
        </p:nvPicPr>
        <p:blipFill>
          <a:blip r:embed="rId2"/>
          <a:stretch>
            <a:fillRect/>
          </a:stretch>
        </p:blipFill>
        <p:spPr>
          <a:xfrm>
            <a:off x="685800" y="1638300"/>
            <a:ext cx="16106775" cy="80391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7315200" y="1485900"/>
            <a:ext cx="4843049" cy="672098"/>
          </a:xfrm>
          <a:prstGeom prst="rect">
            <a:avLst/>
          </a:prstGeom>
        </p:spPr>
        <p:txBody>
          <a:bodyPr lIns="0" tIns="0" rIns="0" bIns="0" rtlCol="0" anchor="t">
            <a:spAutoFit/>
          </a:bodyPr>
          <a:lstStyle/>
          <a:p>
            <a:pPr marL="0" lvl="0" indent="0" algn="l">
              <a:lnSpc>
                <a:spcPts val="5085"/>
              </a:lnSpc>
            </a:pPr>
            <a:r>
              <a:rPr lang="en-US" sz="4400" b="1" spc="-483" dirty="0">
                <a:solidFill>
                  <a:srgbClr val="02092B"/>
                </a:solidFill>
                <a:latin typeface="Times New Roman" panose="02020603050405020304" pitchFamily="18" charset="0"/>
                <a:ea typeface="Lora"/>
                <a:cs typeface="Times New Roman" panose="02020603050405020304" pitchFamily="18" charset="0"/>
                <a:sym typeface="Lora"/>
              </a:rPr>
              <a:t>CONCLUSION</a:t>
            </a:r>
          </a:p>
        </p:txBody>
      </p:sp>
      <p:sp>
        <p:nvSpPr>
          <p:cNvPr id="5" name="TextBox 5"/>
          <p:cNvSpPr txBox="1"/>
          <p:nvPr/>
        </p:nvSpPr>
        <p:spPr>
          <a:xfrm>
            <a:off x="1111273" y="3086100"/>
            <a:ext cx="16065454" cy="5655310"/>
          </a:xfrm>
          <a:prstGeom prst="rect">
            <a:avLst/>
          </a:prstGeom>
        </p:spPr>
        <p:txBody>
          <a:bodyPr lIns="0" tIns="0" rIns="0" bIns="0" rtlCol="0" anchor="t">
            <a:spAutoFit/>
          </a:bodyPr>
          <a:lstStyle/>
          <a:p>
            <a:pPr algn="just">
              <a:lnSpc>
                <a:spcPts val="4900"/>
              </a:lnSpc>
            </a:pPr>
            <a:r>
              <a:rPr lang="en-US" sz="2800" dirty="0">
                <a:solidFill>
                  <a:srgbClr val="02092B"/>
                </a:solidFill>
                <a:latin typeface="Times New Roman" panose="02020603050405020304" pitchFamily="18" charset="0"/>
                <a:ea typeface="Lora Bold" panose="00000800000000000000"/>
                <a:cs typeface="Times New Roman" panose="02020603050405020304" pitchFamily="18" charset="0"/>
                <a:sym typeface="Lora Bold" panose="00000800000000000000"/>
              </a:rPr>
              <a:t>MRV is a web-based system that helps patients understand medical reports. It extracts text from PDFs and images, simplifies it with an LLM (</a:t>
            </a:r>
            <a:r>
              <a:rPr lang="en-US" sz="2800" dirty="0" err="1">
                <a:solidFill>
                  <a:srgbClr val="02092B"/>
                </a:solidFill>
                <a:latin typeface="Times New Roman" panose="02020603050405020304" pitchFamily="18" charset="0"/>
                <a:ea typeface="Lora Bold" panose="00000800000000000000"/>
                <a:cs typeface="Times New Roman" panose="02020603050405020304" pitchFamily="18" charset="0"/>
                <a:sym typeface="Lora Bold" panose="00000800000000000000"/>
              </a:rPr>
              <a:t>qwen</a:t>
            </a:r>
            <a:r>
              <a:rPr lang="en-US" sz="2800" dirty="0">
                <a:solidFill>
                  <a:srgbClr val="02092B"/>
                </a:solidFill>
                <a:latin typeface="Times New Roman" panose="02020603050405020304" pitchFamily="18" charset="0"/>
                <a:ea typeface="Lora Bold" panose="00000800000000000000"/>
                <a:cs typeface="Times New Roman" panose="02020603050405020304" pitchFamily="18" charset="0"/>
                <a:sym typeface="Lora Bold" panose="00000800000000000000"/>
              </a:rPr>
              <a:t>) AI and presents it in the user's chosen language, as shown in the Tamil output. The prototype also gives a health-risk indicator, voice output, and a health-trend view of earlier readings, making reports easier to access. It is a patient-information prototype, not a diagnostic tool. Future work will focus on </a:t>
            </a:r>
            <a:r>
              <a:rPr lang="en-US" altLang="en-US" sz="2800" dirty="0">
                <a:latin typeface="Times New Roman" panose="02020603050405020304" pitchFamily="18" charset="0"/>
                <a:cs typeface="Times New Roman" panose="02020603050405020304" pitchFamily="18" charset="0"/>
                <a:sym typeface="+mn-ea"/>
              </a:rPr>
              <a:t>Interactive Regional-Language Voice Assistant, AI-Powered Report Comparison, Medical Report Reminder Notifications.</a:t>
            </a:r>
            <a:endParaRPr lang="en-US" altLang="en-US" sz="2800" dirty="0">
              <a:latin typeface="Times New Roman" panose="02020603050405020304" pitchFamily="18" charset="0"/>
              <a:cs typeface="Times New Roman" panose="02020603050405020304" pitchFamily="18" charset="0"/>
            </a:endParaRPr>
          </a:p>
          <a:p>
            <a:pPr algn="just">
              <a:lnSpc>
                <a:spcPts val="4900"/>
              </a:lnSpc>
            </a:pPr>
            <a:endParaRPr lang="en-US" altLang="en-US" sz="2800" dirty="0">
              <a:latin typeface="Times New Roman" panose="02020603050405020304" pitchFamily="18" charset="0"/>
              <a:cs typeface="Times New Roman" panose="02020603050405020304" pitchFamily="18" charset="0"/>
            </a:endParaRPr>
          </a:p>
          <a:p>
            <a:pPr algn="just">
              <a:lnSpc>
                <a:spcPts val="4900"/>
              </a:lnSpc>
            </a:pPr>
            <a:endParaRPr lang="en-US" altLang="en-US" sz="2800" dirty="0">
              <a:latin typeface="Times New Roman" panose="02020603050405020304" pitchFamily="18" charset="0"/>
              <a:cs typeface="Times New Roman" panose="02020603050405020304" pitchFamily="18" charset="0"/>
            </a:endParaRPr>
          </a:p>
          <a:p>
            <a:pPr algn="just">
              <a:lnSpc>
                <a:spcPts val="4900"/>
              </a:lnSpc>
            </a:pPr>
            <a:endParaRPr lang="en-US" sz="2800" dirty="0">
              <a:solidFill>
                <a:srgbClr val="02092B"/>
              </a:solidFill>
              <a:latin typeface="Times New Roman" panose="02020603050405020304" pitchFamily="18" charset="0"/>
              <a:ea typeface="Lora Bold" panose="00000800000000000000"/>
              <a:cs typeface="Times New Roman" panose="02020603050405020304" pitchFamily="18" charset="0"/>
              <a:sym typeface="Lora Bold" panose="00000800000000000000"/>
            </a:endParaRPr>
          </a:p>
        </p:txBody>
      </p:sp>
      <p:sp>
        <p:nvSpPr>
          <p:cNvPr id="6" name="TextBox 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2092B"/>
                </a:solidFill>
                <a:latin typeface="Canva Sans" panose="020B0503030501040103"/>
                <a:ea typeface="Canva Sans" panose="020B0503030501040103"/>
                <a:cs typeface="Canva Sans" panose="020B0503030501040103"/>
                <a:sym typeface="Canva Sans" panose="020B0503030501040103"/>
              </a:rPr>
              <a:t>12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181600" y="-17780"/>
            <a:ext cx="6913245" cy="768350"/>
          </a:xfrm>
          <a:prstGeom prst="rect">
            <a:avLst/>
          </a:prstGeom>
          <a:noFill/>
        </p:spPr>
        <p:txBody>
          <a:bodyPr wrap="none" rtlCol="0">
            <a:spAutoFit/>
          </a:bodyPr>
          <a:lstStyle/>
          <a:p>
            <a:r>
              <a:rPr lang="en-US" sz="4400" dirty="0">
                <a:latin typeface="Times New Roman" panose="02020603050405020304" pitchFamily="18" charset="0"/>
                <a:cs typeface="Times New Roman" panose="02020603050405020304" pitchFamily="18" charset="0"/>
              </a:rPr>
              <a:t>CONFERENCE PAPER TOC</a:t>
            </a:r>
          </a:p>
        </p:txBody>
      </p:sp>
      <p:pic>
        <p:nvPicPr>
          <p:cNvPr id="4" name="Picture 3"/>
          <p:cNvPicPr>
            <a:picLocks noChangeAspect="1"/>
          </p:cNvPicPr>
          <p:nvPr/>
        </p:nvPicPr>
        <p:blipFill>
          <a:blip r:embed="rId2"/>
          <a:stretch>
            <a:fillRect/>
          </a:stretch>
        </p:blipFill>
        <p:spPr>
          <a:xfrm>
            <a:off x="2971800" y="591804"/>
            <a:ext cx="11582400" cy="910337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3748462" y="2262995"/>
            <a:ext cx="9558837" cy="8229600"/>
          </a:xfrm>
          <a:custGeom>
            <a:avLst/>
            <a:gdLst/>
            <a:ahLst/>
            <a:cxnLst/>
            <a:rect l="l" t="t" r="r" b="b"/>
            <a:pathLst>
              <a:path w="9558837" h="8229600">
                <a:moveTo>
                  <a:pt x="0" y="0"/>
                </a:moveTo>
                <a:lnTo>
                  <a:pt x="9558837" y="0"/>
                </a:lnTo>
                <a:lnTo>
                  <a:pt x="9558837" y="8229600"/>
                </a:lnTo>
                <a:lnTo>
                  <a:pt x="0" y="8229600"/>
                </a:lnTo>
                <a:lnTo>
                  <a:pt x="0" y="0"/>
                </a:lnTo>
                <a:close/>
              </a:path>
            </a:pathLst>
          </a:custGeom>
          <a:blipFill>
            <a:blip r:embed="rId2"/>
            <a:stretch>
              <a:fillRect/>
            </a:stretch>
          </a:blipFill>
        </p:spPr>
      </p:sp>
      <p:sp>
        <p:nvSpPr>
          <p:cNvPr id="4" name="TextBox 4"/>
          <p:cNvSpPr txBox="1"/>
          <p:nvPr/>
        </p:nvSpPr>
        <p:spPr>
          <a:xfrm>
            <a:off x="4980205" y="4431775"/>
            <a:ext cx="7095351" cy="1556800"/>
          </a:xfrm>
          <a:prstGeom prst="rect">
            <a:avLst/>
          </a:prstGeom>
        </p:spPr>
        <p:txBody>
          <a:bodyPr lIns="0" tIns="0" rIns="0" bIns="0" rtlCol="0" anchor="t">
            <a:spAutoFit/>
          </a:bodyPr>
          <a:lstStyle/>
          <a:p>
            <a:pPr marL="0" lvl="0" indent="0" algn="ctr">
              <a:lnSpc>
                <a:spcPts val="9785"/>
              </a:lnSpc>
            </a:pPr>
            <a:r>
              <a:rPr lang="en-US" sz="11120" b="1" spc="-1056">
                <a:solidFill>
                  <a:srgbClr val="02092B"/>
                </a:solidFill>
                <a:latin typeface="ITC Benguiat Medium" panose="02030704050306020704"/>
                <a:ea typeface="ITC Benguiat Medium" panose="02030704050306020704"/>
                <a:cs typeface="ITC Benguiat Medium" panose="02030704050306020704"/>
                <a:sym typeface="ITC Benguiat Medium" panose="02030704050306020704"/>
              </a:rPr>
              <a:t>Thank You!</a:t>
            </a:r>
          </a:p>
        </p:txBody>
      </p:sp>
      <p:sp>
        <p:nvSpPr>
          <p:cNvPr id="5" name="Freeform 5"/>
          <p:cNvSpPr/>
          <p:nvPr/>
        </p:nvSpPr>
        <p:spPr>
          <a:xfrm rot="-3223471">
            <a:off x="778301" y="5193021"/>
            <a:ext cx="3679290" cy="4537241"/>
          </a:xfrm>
          <a:custGeom>
            <a:avLst/>
            <a:gdLst/>
            <a:ahLst/>
            <a:cxnLst/>
            <a:rect l="l" t="t" r="r" b="b"/>
            <a:pathLst>
              <a:path w="3679290" h="4537241">
                <a:moveTo>
                  <a:pt x="0" y="0"/>
                </a:moveTo>
                <a:lnTo>
                  <a:pt x="3679289" y="0"/>
                </a:lnTo>
                <a:lnTo>
                  <a:pt x="3679289" y="4537241"/>
                </a:lnTo>
                <a:lnTo>
                  <a:pt x="0" y="453724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2092B"/>
                </a:solidFill>
                <a:latin typeface="Canva Sans" panose="020B0503030501040103"/>
                <a:ea typeface="Canva Sans" panose="020B0503030501040103"/>
                <a:cs typeface="Canva Sans" panose="020B0503030501040103"/>
                <a:sym typeface="Canva Sans" panose="020B0503030501040103"/>
              </a:rPr>
              <a:t>13</a:t>
            </a:r>
          </a:p>
        </p:txBody>
      </p:sp>
    </p:spTree>
  </p:cSld>
  <p:clrMapOvr>
    <a:masterClrMapping/>
  </p:clrMapOvr>
</p:sld>
</file>

<file path=ppt/theme/theme1.xml><?xml version="1.0" encoding="utf-8"?>
<a:theme xmlns:a="http://schemas.openxmlformats.org/drawingml/2006/main" name="Axis">
  <a:themeElements>
    <a:clrScheme name="Southwestern">
      <a:dk1>
        <a:srgbClr val="000000"/>
      </a:dk1>
      <a:lt1>
        <a:srgbClr val="FFFFFF"/>
      </a:lt1>
      <a:dk2>
        <a:srgbClr val="0E2841"/>
      </a:dk2>
      <a:lt2>
        <a:srgbClr val="E8E8E8"/>
      </a:lt2>
      <a:accent1>
        <a:srgbClr val="A8BABF"/>
      </a:accent1>
      <a:accent2>
        <a:srgbClr val="C16A38"/>
      </a:accent2>
      <a:accent3>
        <a:srgbClr val="7B441F"/>
      </a:accent3>
      <a:accent4>
        <a:srgbClr val="DAC68B"/>
      </a:accent4>
      <a:accent5>
        <a:srgbClr val="B6BAA5"/>
      </a:accent5>
      <a:accent6>
        <a:srgbClr val="716C34"/>
      </a:accent6>
      <a:hlink>
        <a:srgbClr val="467886"/>
      </a:hlink>
      <a:folHlink>
        <a:srgbClr val="96607D"/>
      </a:folHlink>
    </a:clrScheme>
    <a:fontScheme name="Custom 13">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Axis</Template>
  <TotalTime>0</TotalTime>
  <Words>12289</Words>
  <Application>Microsoft Office PowerPoint</Application>
  <PresentationFormat>Custom</PresentationFormat>
  <Paragraphs>185</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Axis</vt:lpstr>
      <vt:lpstr>PowerPoint Presentation</vt:lpstr>
      <vt:lpstr>PowerPoint Presentation</vt:lpstr>
      <vt:lpstr>                                                                   ABSTRACT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Proposed System</dc:title>
  <dc:creator>NAVEEN</dc:creator>
  <cp:lastModifiedBy>deviashokan2006@gmail.com</cp:lastModifiedBy>
  <cp:revision>17</cp:revision>
  <dcterms:created xsi:type="dcterms:W3CDTF">2006-08-16T00:00:00Z</dcterms:created>
  <dcterms:modified xsi:type="dcterms:W3CDTF">2026-10-29T16:23:44Z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5A6F94CADD634B2BAA0547A363E3845E_13</vt:lpwstr>
  </property>
  <property fmtid="{D5CDD505-2E9C-101B-9397-08002B2CF9AE}" pid="3" name="KSOProductBuildVer">
    <vt:lpwstr>1033-12.1.0.28032</vt:lpwstr>
  </property>
</Properties>
</file>