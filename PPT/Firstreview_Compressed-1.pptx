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00:49:49.59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2290 1,'-20'-1,"-1"2,0 0,0 1,0 1,1 0,-29 10,31-7,-35 5,-12 3,28-4,1-1,-73 6,96-13,0 1,0 0,0 1,0 1,1 0,0 1,-15 8,10-4,-1-2,-22 8,25-12,0-1,0-1,-29 1,-21 3,39-1,13-4,0 2,0-1,0 2,-22 8,24-8,-1 0,0-1,0 0,0-1,-23 1,-13 3,-27 1,53-6,-42 7,30-2,24-5,1 1,-1 0,1 0,-14 6,9-2,3 0,-1-1,1 0,-1-1,0-1,0 0,-24 3,26-5,-1 1,1 0,-1 1,-15 6,16-5,-1-1,0 0,1-1,-15 2,-47 5,43-5,-42 1,-19-4,-93-3,169-1,0 1,0-2,0 0,-21-9,23 8,-1 0,0 1,-1 0,1 1,-18-2,25 5,0-1,1 0,-1 0,-8-3,-4-3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00:49:50.23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00:49:51.34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00:49:55.07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8622 6856,'66'2,"-1"3,66 13,125 38,3 0,-168-45,1-4,130-7,-119-2,-77 1,1-1,46-10,-77 12,-1 0,0 0,1 0,-1-1,1 0,-1 0,-7-3,-43-15,37 12,-17-6,14 5,0 0,-1 1,0 1,0 1,-43-4,-37 2,-21-1,-504 8,584 3,0 1,0 3,-51 13,40-7,-62 6,-160-15,153-6,60 1,-69 3,106 1,-37 10,40-7,0-1,-33 2,-35-7,243 16,30-23,-95 1,40-4,-1-6,124-33,241-85,-336 84,54-16,-192 63,0 1,0 0,0 1,0 1,20 3,14 0,101-4,-152 4,-8 3,-12 5,-250 78,163-54,-210 52,241-71,0-4,-98 3,-304-14,225-3,95-9,91 5,110 6,1-1,0-2,0-2,-1-2,0-2,-1-2,57-21,-25-1,86-51,64-57,-51 18,-5-8,226-228,257-346,-599 647,148-166,708-831,-770 872,-113 141,-25 41,1 1,-1-1,0 1,1-1,-1 1,0-1,1 0,-1 1,0-1,0 0,0 1,0-1,0 0,1 1,-1-1,0 0,0 1,-1-1,1 0,0 1,0-1,0 0,0 1,-1-1,1 0,0 1,0-1,-1 1,1-1,-1 1,1-1,0 0,-1 1,0-1,-1 0,-1 1,1-1,0 1,-1-1,1 1,-1 0,1 0,-1 0,-3 1,-41 6,1 2,-58 20,97-27,-207 65,-133 62,-165 77,-160 77,-140 73,-97 63,-2611 1318,2889-1415,142-72,137-68,118-64,211-106,-166 79,162-81,47-24,116-78,408-298,-399 283,590-436,207-156,111-85,38-21,-33 31,-83 66,-118 88,-136 109,-148 113,-144 107,-132 95,-14 19,-253 161,-24 13,-12 6,-79 42,-171 97,-322 193,-340 219,-276 180,-176 132,-3907 2709,4398-2945,244-172,222-163,303-216,-126 82,212-148,24-13,0 0,0-1,0 1,0 0,0 0,0 0,0 0,0 0,0 0,0 0,0 0,0 0,0-1,0 1,0 0,0 0,0 0,0 0,-1 0,1 0,0 0,0 0,0 0,0 0,0 0,0 0,0-1,0 1,0 0,0 0,0 0,-1 0,1 0,0 0,0 0,0 0,0 0,0 0,0 0,0 0,0 0,-1 0,1 0,0 0,0 0,0 0,0 0,0 0,0 0,0 1,0-1,0 0,0 0,-1 0,1 0,0 0,0 0,0 0,0 0,0 0,0 0,0 0,0 0,0 1,19-22,80-65,-39 35,81-89,-125 118,-1 1,-1-2,14-30,9-17,141-220,11-8,78-128,69-105,57-70,1527-1931,-1414 1969,-9 53,-16 56,-18 49,-28 50,-42 51,-50 51,-56 48,-61 44,55-42,-267 192,14-10,38-35,-51 38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00:50:05.40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10939 6410,'-1'3,"1"0,-1-1,0 1,0 0,0-1,0 1,0-1,-1 1,1-1,-3 3,-2 5,-63 91,-1 2,62-90,1 1,1 0,0 0,0 1,-5 28,10-39,0 1,2-7,3-19,32-118,68-216,-10 52,27-88,-26 85,183-600,-31-2,-177 605,11-186,-72 398,-5-1,-4 0,-15-125,-18-26,-139-922,167 1137,3 10,-1 1,-1 0,0 1,-2-1,-9-23,14 39,1 0,0 0,-1 0,1 0,-1 0,1 0,-1 0,0 1,0-1,1 0,-1 0,0 0,0 1,0-1,1 0,-1 1,0-1,0 1,0-1,0 1,0-1,0 1,-1 0,1-1,0 1,0 0,0 0,0 0,0 0,0 0,0 0,0 0,0 0,-1 1,1-1,0 0,0 1,0-1,0 0,0 1,0 0,0-1,0 1,1-1,-1 1,-1 1,-4 4,0 0,0 0,0 1,-8 12,13-16,-20 30,1 1,-18 42,-24 82,47-119,-569 1500,371-944,204-567,-86 211,74-194,-2-2,-2-1,-36 45,-96 126,152-207,0 0,-1 0,0 0,-11 8,16-13,-1 0,1 0,0 0,-1 0,1 0,-1-1,1 1,-1 0,1-1,-1 1,1-1,-1 1,0-1,1 0,-1 1,0-1,0 0,1 0,-1 0,0-1,1 1,-1 0,0-1,1 1,-1-1,1 1,-1-1,-2-1,3 1,1 0,-1 0,0 1,0-1,1 0,-1-1,1 1,-1 0,1 0,-1 0,1 0,-1 0,1 0,0-1,0 1,0 0,-1-2,4-26,-3 25,11-56,22-67,-22 89,46-166,183-743,-184 659,26-396,-80 661,3-131,-6 132,-1 1,0-1,-2 0,-10-36,8 46,2 11,-3 20,4-9,-65 180,17-55,-312 978,346-1066,-4 17,56-147,179-375,26 12,52-63,384-502,-529 826,-158 194,0-1,-1 0,-12 5,1 1,-475 319,252-162,-10 1,-633 448,848-591,24-17,0 0,1 1,0 1,-13 15,10 3,4-5,-20 21,-41 44,27-35,-549 683,103-124,399-503,-134 122,200-208,9-9,1 1,0 1,-22 30,41-50,1 1,-1-1,1 1,0-1,-1 1,1-1,-1 1,1 0,0-1,-1 1,1 0,0-1,0 1,0 0,-1-1,1 1,0 0,0-1,0 1,0 0,0 0,0-1,0 1,1 0,-1-1,0 1,0 0,0-1,1 1,-1 0,0-1,1 1,-1 0,0-1,1 1,-1-1,1 1,-1-1,1 1,-1-1,1 1,0-1,-1 0,1 1,-1-1,1 0,0 1,-1-1,1 0,0 0,0 0,-1 0,1 0,1 1,7 0,0 0,-1 0,16-2,-12 1,340-8,-107 1,804 2,-763 5,-266-1,33-6,10 0,78 4,109-9,-200 6,-22 4,0-1,-1-2,49-14,-74 18,0 1,0-1,-1 0,1 1,0-1,0 0,-1 0,1 0,-1-1,1 1,-1 0,1-1,-1 1,0-1,1 1,-1-1,0 1,0-1,0 0,0 0,0-2,-1 2,0 0,0 0,0 0,-1 0,1 0,-1 0,1 1,-1-1,0 0,0 0,1 1,-1-1,-1 0,1 1,0-1,0 1,0 0,-1-1,1 1,-1 0,1 0,-1 0,0 0,-2-2,-10-5,1 1,-1 0,-1 1,-16-5,-72-16,84 23,-194-39,-415-33,-8 48,358 28,-228 28,489-26,0 1,0 0,0 1,-29 11,35-8,11-2,1-4,1 0,-1 0,1-1,0 1,-1 0,1-1,0 1,0-1,0 0,-1 0,3 1,35 1,0-2,0-2,42-6,126-22,86-36,77-39,1477-572,-1623 575,-175 79,251-130,-247 118,-39 25,1 0,0 1,0 1,25-11,-44 22,-1-1,0 1,1 0,0 0,0 1,0-1,-5 6,-9 7,-103 76,-83 72,94-59,-123 149,72-59,147-176,-19 31,-9 10,-122 156,155-204,4-5,0 0,-1 0,0-1,0 0,-13 10,15-14,0 1,-1-1,1 0,-1 0,1 0,-1-1,0 1,0-1,0 0,1-1,-11 1,-344-3,341 3,1 1,1 0,-1 2,-17 5,-28 6,-34 8,63-14,-57 8,-151 25,150-24,-97 8,-30-23,121-4,1212 1,-1115 0,28 2,-27-2,0 0,0 0,0 1,0-1,0 0,-1 0,1 1,0-1,0 1,0-1,0 1,-1-1,1 1,0-1,0 1,-1 0,1-1,-1 1,1 0,0-1,-1 1,1 0,-1 0,0 0,1 1,-1-1,0-1,0 1,0-1,0 1,0-1,-1 1,1 0,0-1,0 1,-1-1,1 1,0-1,-1 0,1 1,0-1,-1 1,1-1,-1 1,1-1,-1 0,1 1,-1-1,1 0,-1 0,1 1,-1-1,1 0,-1 0,-21 7,16-6,-28 7,-65 7,55-10,-95 26,47-8,105-24,0 1,1 0,-1 2,0-1,14 5,41 3,74-8,-75-2,-66 1,0 0,0 0,0 0,0 0,0 0,0 0,0 1,0-1,0 0,0 1,1-1,-1 0,0 1,-1-1,1 1,0 0,1 0,-2-1,1 1,-1-1,0 1,0-1,1 1,-1 0,0-1,0 1,0-1,0 1,0-1,0 1,0-1,0 1,0 0,0-1,0 1,0-1,0 1,0-1,-1 1,1-1,-1 2,-2 3,0 1,-1-1,0 0,0 0,-5 5,-39 35,-90 64,61-51,-721 642,500-380,208-207,-174 170,-38-21,-404 269,104-151,414-278,-282 111,-217 33,457-172,-170 59,-449 185,-120 44,960-358,-372 126,-6-24,343-96,1 2,0 2,-41 19,-63 38,-101 43,201-96,0-2,0-2,-71 11,91-22,1-1,-1-1,0-1,-50-7,38-1,0-1,-60-22,-175-79,217 88,-186-64,118 46,105 33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00:50:06.05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00:50:06.16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00:50:10.80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 /><Relationship Id="rId13" Type="http://schemas.openxmlformats.org/officeDocument/2006/relationships/customXml" Target="../ink/ink7.xml" /><Relationship Id="rId7" Type="http://schemas.openxmlformats.org/officeDocument/2006/relationships/customXml" Target="../ink/ink3.xml" /><Relationship Id="rId12" Type="http://schemas.openxmlformats.org/officeDocument/2006/relationships/customXml" Target="../ink/ink6.xml" /><Relationship Id="rId2" Type="http://schemas.openxmlformats.org/officeDocument/2006/relationships/customXml" Target="../ink/ink1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.png" /><Relationship Id="rId11" Type="http://schemas.openxmlformats.org/officeDocument/2006/relationships/image" Target="../media/image5.png" /><Relationship Id="rId5" Type="http://schemas.openxmlformats.org/officeDocument/2006/relationships/customXml" Target="../ink/ink2.xml" /><Relationship Id="rId15" Type="http://schemas.openxmlformats.org/officeDocument/2006/relationships/image" Target="../media/image1.jpeg" /><Relationship Id="rId10" Type="http://schemas.openxmlformats.org/officeDocument/2006/relationships/customXml" Target="../ink/ink5.xml" /><Relationship Id="rId4" Type="http://schemas.openxmlformats.org/officeDocument/2006/relationships/image" Target="../media/image2.png" /><Relationship Id="rId9" Type="http://schemas.openxmlformats.org/officeDocument/2006/relationships/image" Target="../media/image4.png" /><Relationship Id="rId14" Type="http://schemas.openxmlformats.org/officeDocument/2006/relationships/customXml" Target="../ink/ink8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FDD1251-2551-4FCE-3A0A-F0F12434AD3A}"/>
                  </a:ext>
                </a:extLst>
              </p14:cNvPr>
              <p14:cNvContentPartPr/>
              <p14:nvPr/>
            </p14:nvContentPartPr>
            <p14:xfrm>
              <a:off x="6754559" y="5639422"/>
              <a:ext cx="824760" cy="130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FDD1251-2551-4FCE-3A0A-F0F12434AD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64919" y="5459422"/>
                <a:ext cx="1004400" cy="48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C48A7E1-58B7-4C62-5459-5131206FD07C}"/>
                  </a:ext>
                </a:extLst>
              </p14:cNvPr>
              <p14:cNvContentPartPr/>
              <p14:nvPr/>
            </p14:nvContentPartPr>
            <p14:xfrm>
              <a:off x="6916199" y="5645902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C48A7E1-58B7-4C62-5459-5131206FD07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26199" y="546590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C6A36F5-3A2C-B07F-F2EE-40032C780B9F}"/>
                  </a:ext>
                </a:extLst>
              </p14:cNvPr>
              <p14:cNvContentPartPr/>
              <p14:nvPr/>
            </p14:nvContentPartPr>
            <p14:xfrm>
              <a:off x="7143359" y="5621062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C6A36F5-3A2C-B07F-F2EE-40032C780B9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53359" y="544142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E110DD7-563E-EFD0-FE9D-996D10D6F23D}"/>
                  </a:ext>
                </a:extLst>
              </p14:cNvPr>
              <p14:cNvContentPartPr/>
              <p14:nvPr/>
            </p14:nvContentPartPr>
            <p14:xfrm>
              <a:off x="4039439" y="3153262"/>
              <a:ext cx="4315320" cy="312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E110DD7-563E-EFD0-FE9D-996D10D6F23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49799" y="2973262"/>
                <a:ext cx="4494960" cy="348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F016E34-87B9-9B1A-A3F5-826CFA89776F}"/>
                  </a:ext>
                </a:extLst>
              </p14:cNvPr>
              <p14:cNvContentPartPr/>
              <p14:nvPr/>
            </p14:nvContentPartPr>
            <p14:xfrm>
              <a:off x="7237319" y="2675542"/>
              <a:ext cx="4276440" cy="3057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F016E34-87B9-9B1A-A3F5-826CFA89776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47319" y="2495902"/>
                <a:ext cx="4456080" cy="341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B0485E1-B1BA-C0CC-836C-A0A9E62E2278}"/>
                  </a:ext>
                </a:extLst>
              </p14:cNvPr>
              <p14:cNvContentPartPr/>
              <p14:nvPr/>
            </p14:nvContentPartPr>
            <p14:xfrm>
              <a:off x="7229039" y="5614942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B0485E1-B1BA-C0CC-836C-A0A9E62E22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39399" y="543530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7213729-489A-DB87-F3AE-21753A5EDCDB}"/>
                  </a:ext>
                </a:extLst>
              </p14:cNvPr>
              <p14:cNvContentPartPr/>
              <p14:nvPr/>
            </p14:nvContentPartPr>
            <p14:xfrm>
              <a:off x="7229039" y="561494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7213729-489A-DB87-F3AE-21753A5EDCD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39399" y="543530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0A0AC92-C27C-F600-3364-C6D2EEC172BD}"/>
                  </a:ext>
                </a:extLst>
              </p14:cNvPr>
              <p14:cNvContentPartPr/>
              <p14:nvPr/>
            </p14:nvContentPartPr>
            <p14:xfrm>
              <a:off x="7474559" y="364502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0A0AC92-C27C-F600-3364-C6D2EEC172B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84919" y="3465382"/>
                <a:ext cx="180000" cy="360000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B8B59B1E-657E-2E68-1F7B-C7CA7372F57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69035" y="0"/>
            <a:ext cx="8331200" cy="685800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823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823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823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82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823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823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82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52AC0C-E94A-863B-EEF4-4FDD529B1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107576"/>
            <a:ext cx="8128000" cy="675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57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633D9B-C7A4-10A0-F336-C8A98D24A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707"/>
            <a:ext cx="6251388" cy="51845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1799C8-A848-C833-E3DB-9FF50F474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602" y="719665"/>
            <a:ext cx="5656398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588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F15965-15BA-064E-06BA-0664DF1C5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6"/>
            <a:ext cx="12192000" cy="68546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8DC4B7-8330-68D4-6F90-A289A6013BA2}"/>
              </a:ext>
            </a:extLst>
          </p:cNvPr>
          <p:cNvSpPr txBox="1"/>
          <p:nvPr/>
        </p:nvSpPr>
        <p:spPr>
          <a:xfrm>
            <a:off x="4768382" y="2852130"/>
            <a:ext cx="3629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tx2"/>
                </a:solidFill>
              </a:rPr>
              <a:t>Thank You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6992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</Words>
  <Application>Microsoft Office PowerPoint</Application>
  <PresentationFormat>Widescreen</PresentationFormat>
  <Paragraphs>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Yuvaraj Subramani .M</cp:lastModifiedBy>
  <cp:revision>5</cp:revision>
  <dcterms:created xsi:type="dcterms:W3CDTF">2013-01-27T09:14:16Z</dcterms:created>
  <dcterms:modified xsi:type="dcterms:W3CDTF">2026-08-27T05:11:09Z</dcterms:modified>
  <cp:category/>
</cp:coreProperties>
</file>