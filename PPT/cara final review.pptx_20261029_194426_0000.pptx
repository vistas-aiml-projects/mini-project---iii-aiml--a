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Barlow SemiCondensed Bold" charset="1" panose="00000806000000000000"/>
      <p:regular r:id="rId36"/>
    </p:embeddedFont>
    <p:embeddedFont>
      <p:font typeface="Work Sans Bold" charset="1" panose="000000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46" Target="notesSlides/notesSlide18.xml" Type="http://schemas.openxmlformats.org/officeDocument/2006/relationships/notesSlide"/><Relationship Id="rId47" Target="notesSlides/notesSlide19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10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5.jpe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7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8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9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0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2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24" cy="10287000"/>
            <a:chOff x="0" y="0"/>
            <a:chExt cx="24383365" cy="13716000"/>
          </a:xfrm>
        </p:grpSpPr>
        <p:sp>
          <p:nvSpPr>
            <p:cNvPr name="Freeform 3" id="3" descr="page-01.jp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24" cy="10287000"/>
            <a:chOff x="0" y="0"/>
            <a:chExt cx="24383365" cy="13716000"/>
          </a:xfrm>
        </p:grpSpPr>
        <p:sp>
          <p:nvSpPr>
            <p:cNvPr name="Freeform 3" id="3" descr="page-02.jp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24" cy="10287000"/>
            <a:chOff x="0" y="0"/>
            <a:chExt cx="24383365" cy="13716000"/>
          </a:xfrm>
        </p:grpSpPr>
        <p:sp>
          <p:nvSpPr>
            <p:cNvPr name="Freeform 3" id="3" descr="page-03.jp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24" cy="10287000"/>
            <a:chOff x="0" y="0"/>
            <a:chExt cx="24383365" cy="13716000"/>
          </a:xfrm>
        </p:grpSpPr>
        <p:sp>
          <p:nvSpPr>
            <p:cNvPr name="Freeform 3" id="3" descr="page-04.jp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24" cy="10287000"/>
            <a:chOff x="0" y="0"/>
            <a:chExt cx="24383365" cy="13716000"/>
          </a:xfrm>
        </p:grpSpPr>
        <p:sp>
          <p:nvSpPr>
            <p:cNvPr name="Freeform 3" id="3" descr="page-05.jp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24" cy="10287000"/>
            <a:chOff x="0" y="0"/>
            <a:chExt cx="24383365" cy="13716000"/>
          </a:xfrm>
        </p:grpSpPr>
        <p:sp>
          <p:nvSpPr>
            <p:cNvPr name="Freeform 3" id="3" descr="page-06.jp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24" cy="10287000"/>
            <a:chOff x="0" y="0"/>
            <a:chExt cx="24383365" cy="13716000"/>
          </a:xfrm>
        </p:grpSpPr>
        <p:sp>
          <p:nvSpPr>
            <p:cNvPr name="Freeform 3" id="3" descr="page-07.jp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24" cy="10287000"/>
            <a:chOff x="0" y="0"/>
            <a:chExt cx="24383365" cy="13716000"/>
          </a:xfrm>
        </p:grpSpPr>
        <p:sp>
          <p:nvSpPr>
            <p:cNvPr name="Freeform 3" id="3" descr="page-08.jp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16403986" y="7805142"/>
            <a:ext cx="2756130" cy="2807170"/>
          </a:xfrm>
          <a:custGeom>
            <a:avLst/>
            <a:gdLst/>
            <a:ahLst/>
            <a:cxnLst/>
            <a:rect r="r" b="b" t="t" l="l"/>
            <a:pathLst>
              <a:path h="2807170" w="2756130">
                <a:moveTo>
                  <a:pt x="2756131" y="0"/>
                </a:moveTo>
                <a:lnTo>
                  <a:pt x="0" y="0"/>
                </a:lnTo>
                <a:lnTo>
                  <a:pt x="0" y="2807170"/>
                </a:lnTo>
                <a:lnTo>
                  <a:pt x="2756131" y="2807170"/>
                </a:lnTo>
                <a:lnTo>
                  <a:pt x="275613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30161" y="-149248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0" y="2390934"/>
                </a:moveTo>
                <a:lnTo>
                  <a:pt x="2017078" y="2390934"/>
                </a:lnTo>
                <a:lnTo>
                  <a:pt x="2017078" y="0"/>
                </a:lnTo>
                <a:lnTo>
                  <a:pt x="0" y="0"/>
                </a:lnTo>
                <a:lnTo>
                  <a:pt x="0" y="239093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29135" y="1793112"/>
            <a:ext cx="10164806" cy="6773890"/>
          </a:xfrm>
          <a:custGeom>
            <a:avLst/>
            <a:gdLst/>
            <a:ahLst/>
            <a:cxnLst/>
            <a:rect r="r" b="b" t="t" l="l"/>
            <a:pathLst>
              <a:path h="6773890" w="10164806">
                <a:moveTo>
                  <a:pt x="0" y="0"/>
                </a:moveTo>
                <a:lnTo>
                  <a:pt x="10164806" y="0"/>
                </a:lnTo>
                <a:lnTo>
                  <a:pt x="10164806" y="6773891"/>
                </a:lnTo>
                <a:lnTo>
                  <a:pt x="0" y="67738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56815" y="418148"/>
            <a:ext cx="8631082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b="true" sz="63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SYSTEM ARCHITECTURE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24" cy="10287000"/>
            <a:chOff x="0" y="0"/>
            <a:chExt cx="24383365" cy="13716000"/>
          </a:xfrm>
        </p:grpSpPr>
        <p:sp>
          <p:nvSpPr>
            <p:cNvPr name="Freeform 3" id="3" descr="page-10.jp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8584" y="-475374"/>
            <a:ext cx="17775793" cy="9999145"/>
            <a:chOff x="0" y="0"/>
            <a:chExt cx="23701058" cy="13332193"/>
          </a:xfrm>
        </p:grpSpPr>
        <p:sp>
          <p:nvSpPr>
            <p:cNvPr name="Freeform 3" id="3" descr="page-11.jpg"/>
            <p:cNvSpPr/>
            <p:nvPr/>
          </p:nvSpPr>
          <p:spPr>
            <a:xfrm flipH="false" flipV="false" rot="0">
              <a:off x="0" y="0"/>
              <a:ext cx="23701121" cy="13332206"/>
            </a:xfrm>
            <a:custGeom>
              <a:avLst/>
              <a:gdLst/>
              <a:ahLst/>
              <a:cxnLst/>
              <a:rect r="r" b="b" t="t" l="l"/>
              <a:pathLst>
                <a:path h="13332206" w="23701121">
                  <a:moveTo>
                    <a:pt x="0" y="0"/>
                  </a:moveTo>
                  <a:lnTo>
                    <a:pt x="23701121" y="0"/>
                  </a:lnTo>
                  <a:lnTo>
                    <a:pt x="23701121" y="13332206"/>
                  </a:lnTo>
                  <a:lnTo>
                    <a:pt x="0" y="13332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1132" y="1028700"/>
            <a:ext cx="16930697" cy="8229600"/>
            <a:chOff x="0" y="0"/>
            <a:chExt cx="22574263" cy="1097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57425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22574250">
                  <a:moveTo>
                    <a:pt x="0" y="0"/>
                  </a:moveTo>
                  <a:lnTo>
                    <a:pt x="22574250" y="0"/>
                  </a:lnTo>
                  <a:lnTo>
                    <a:pt x="2257425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995" r="0" b="-24995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24" cy="10287000"/>
            <a:chOff x="0" y="0"/>
            <a:chExt cx="24383365" cy="13716000"/>
          </a:xfrm>
        </p:grpSpPr>
        <p:sp>
          <p:nvSpPr>
            <p:cNvPr name="Freeform 3" id="3" descr="page-12.jp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24" cy="10287000"/>
            <a:chOff x="0" y="0"/>
            <a:chExt cx="24383365" cy="13716000"/>
          </a:xfrm>
        </p:grpSpPr>
        <p:sp>
          <p:nvSpPr>
            <p:cNvPr name="Freeform 3" id="3" descr="page-13.jp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24" cy="10287000"/>
            <a:chOff x="0" y="0"/>
            <a:chExt cx="24383365" cy="13716000"/>
          </a:xfrm>
        </p:grpSpPr>
        <p:sp>
          <p:nvSpPr>
            <p:cNvPr name="Freeform 3" id="3" descr="page-14.jp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24" cy="10287000"/>
            <a:chOff x="0" y="0"/>
            <a:chExt cx="24383365" cy="13716000"/>
          </a:xfrm>
        </p:grpSpPr>
        <p:sp>
          <p:nvSpPr>
            <p:cNvPr name="Freeform 3" id="3" descr="page-15.jp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24" cy="10287000"/>
            <a:chOff x="0" y="0"/>
            <a:chExt cx="24383365" cy="13716000"/>
          </a:xfrm>
        </p:grpSpPr>
        <p:sp>
          <p:nvSpPr>
            <p:cNvPr name="Freeform 3" id="3" descr="page-16.jp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24" cy="10287000"/>
            <a:chOff x="0" y="0"/>
            <a:chExt cx="24383365" cy="13716000"/>
          </a:xfrm>
        </p:grpSpPr>
        <p:sp>
          <p:nvSpPr>
            <p:cNvPr name="Freeform 3" id="3" descr="page-17.jp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270881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865452" y="1104366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0" y="2422652"/>
                </a:moveTo>
                <a:lnTo>
                  <a:pt x="2378604" y="2422652"/>
                </a:lnTo>
                <a:lnTo>
                  <a:pt x="2378604" y="0"/>
                </a:lnTo>
                <a:lnTo>
                  <a:pt x="0" y="0"/>
                </a:lnTo>
                <a:lnTo>
                  <a:pt x="0" y="242265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10898" y="1835418"/>
            <a:ext cx="11887053" cy="6707587"/>
          </a:xfrm>
          <a:custGeom>
            <a:avLst/>
            <a:gdLst/>
            <a:ahLst/>
            <a:cxnLst/>
            <a:rect r="r" b="b" t="t" l="l"/>
            <a:pathLst>
              <a:path h="6707587" w="11887053">
                <a:moveTo>
                  <a:pt x="0" y="0"/>
                </a:moveTo>
                <a:lnTo>
                  <a:pt x="11887053" y="0"/>
                </a:lnTo>
                <a:lnTo>
                  <a:pt x="11887053" y="6707587"/>
                </a:lnTo>
                <a:lnTo>
                  <a:pt x="0" y="67075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416" r="0" b="-141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49138" y="-174357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GANTT CHART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24" cy="10287000"/>
            <a:chOff x="0" y="0"/>
            <a:chExt cx="24383365" cy="13716000"/>
          </a:xfrm>
        </p:grpSpPr>
        <p:sp>
          <p:nvSpPr>
            <p:cNvPr name="Freeform 3" id="3" descr="page-19.jp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DAHZZhjmZrg</dc:identifier>
  <dcterms:modified xsi:type="dcterms:W3CDTF">2011-08-01T06:04:30Z</dcterms:modified>
  <cp:revision>1</cp:revision>
  <dc:title>cara final review.pptx</dc:title>
</cp:coreProperties>
</file>