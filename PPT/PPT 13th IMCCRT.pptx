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Alice Bold" panose="020B0604020202020204" charset="0"/>
      <p:regular r:id="rId6"/>
    </p:embeddedFont>
    <p:embeddedFont>
      <p:font typeface="Source Sans Pro Bold" panose="020B0604020202020204" charset="0"/>
      <p:regular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90234" y="1688204"/>
            <a:ext cx="12069431" cy="7101091"/>
          </a:xfrm>
          <a:custGeom>
            <a:avLst/>
            <a:gdLst/>
            <a:ahLst/>
            <a:cxnLst/>
            <a:rect l="l" t="t" r="r" b="b"/>
            <a:pathLst>
              <a:path w="12069431" h="7101091">
                <a:moveTo>
                  <a:pt x="0" y="0"/>
                </a:moveTo>
                <a:lnTo>
                  <a:pt x="12069432" y="0"/>
                </a:lnTo>
                <a:lnTo>
                  <a:pt x="12069432" y="7101092"/>
                </a:lnTo>
                <a:lnTo>
                  <a:pt x="0" y="7101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8172" y="1427157"/>
            <a:ext cx="16113554" cy="7623183"/>
            <a:chOff x="0" y="0"/>
            <a:chExt cx="3312996" cy="15673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12996" cy="1567350"/>
            </a:xfrm>
            <a:custGeom>
              <a:avLst/>
              <a:gdLst/>
              <a:ahLst/>
              <a:cxnLst/>
              <a:rect l="l" t="t" r="r" b="b"/>
              <a:pathLst>
                <a:path w="3312996" h="1567350">
                  <a:moveTo>
                    <a:pt x="0" y="0"/>
                  </a:moveTo>
                  <a:lnTo>
                    <a:pt x="3312996" y="0"/>
                  </a:lnTo>
                  <a:lnTo>
                    <a:pt x="3312996" y="1567350"/>
                  </a:lnTo>
                  <a:lnTo>
                    <a:pt x="0" y="1567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312996" cy="1595925"/>
            </a:xfrm>
            <a:prstGeom prst="rect">
              <a:avLst/>
            </a:prstGeom>
          </p:spPr>
          <p:txBody>
            <a:bodyPr lIns="65074" tIns="65074" rIns="65074" bIns="65074" rtlCol="0" anchor="ctr"/>
            <a:lstStyle/>
            <a:p>
              <a:pPr algn="ctr">
                <a:lnSpc>
                  <a:spcPts val="188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38869" y="89984"/>
            <a:ext cx="2157156" cy="2157156"/>
          </a:xfrm>
          <a:custGeom>
            <a:avLst/>
            <a:gdLst/>
            <a:ahLst/>
            <a:cxnLst/>
            <a:rect l="l" t="t" r="r" b="b"/>
            <a:pathLst>
              <a:path w="2157156" h="2157156">
                <a:moveTo>
                  <a:pt x="0" y="0"/>
                </a:moveTo>
                <a:lnTo>
                  <a:pt x="2157156" y="0"/>
                </a:lnTo>
                <a:lnTo>
                  <a:pt x="2157156" y="2157156"/>
                </a:lnTo>
                <a:lnTo>
                  <a:pt x="0" y="2157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612341" y="41637"/>
            <a:ext cx="8203786" cy="112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09"/>
              </a:lnSpc>
            </a:pPr>
            <a:r>
              <a:rPr lang="en-US" sz="6600" dirty="0" smtClean="0">
                <a:solidFill>
                  <a:srgbClr val="FFDE59"/>
                </a:solidFill>
                <a:latin typeface="Alice Bold"/>
              </a:rPr>
              <a:t>IMCCRT-2026</a:t>
            </a:r>
            <a:endParaRPr lang="en-US" sz="6600" dirty="0">
              <a:solidFill>
                <a:srgbClr val="FFDE59"/>
              </a:solidFill>
              <a:latin typeface="Alic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127182" y="9250339"/>
            <a:ext cx="14970318" cy="74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dirty="0" smtClean="0">
                <a:latin typeface="Source Sans Pro Bold"/>
              </a:rPr>
              <a:t>30 September 2026 Exclusively </a:t>
            </a:r>
            <a:r>
              <a:rPr lang="en-US" sz="4399" dirty="0">
                <a:latin typeface="Source Sans Pro Bold"/>
              </a:rPr>
              <a:t>on Research Circle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90234" y="1688204"/>
            <a:ext cx="12069431" cy="7101091"/>
          </a:xfrm>
          <a:custGeom>
            <a:avLst/>
            <a:gdLst/>
            <a:ahLst/>
            <a:cxnLst/>
            <a:rect l="l" t="t" r="r" b="b"/>
            <a:pathLst>
              <a:path w="12069431" h="7101091">
                <a:moveTo>
                  <a:pt x="0" y="0"/>
                </a:moveTo>
                <a:lnTo>
                  <a:pt x="12069432" y="0"/>
                </a:lnTo>
                <a:lnTo>
                  <a:pt x="12069432" y="7101092"/>
                </a:lnTo>
                <a:lnTo>
                  <a:pt x="0" y="7101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8172" y="1427157"/>
            <a:ext cx="16113554" cy="7623183"/>
            <a:chOff x="0" y="0"/>
            <a:chExt cx="3312996" cy="15673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12996" cy="1567350"/>
            </a:xfrm>
            <a:custGeom>
              <a:avLst/>
              <a:gdLst/>
              <a:ahLst/>
              <a:cxnLst/>
              <a:rect l="l" t="t" r="r" b="b"/>
              <a:pathLst>
                <a:path w="3312996" h="1567350">
                  <a:moveTo>
                    <a:pt x="0" y="0"/>
                  </a:moveTo>
                  <a:lnTo>
                    <a:pt x="3312996" y="0"/>
                  </a:lnTo>
                  <a:lnTo>
                    <a:pt x="3312996" y="1567350"/>
                  </a:lnTo>
                  <a:lnTo>
                    <a:pt x="0" y="1567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312996" cy="1595925"/>
            </a:xfrm>
            <a:prstGeom prst="rect">
              <a:avLst/>
            </a:prstGeom>
          </p:spPr>
          <p:txBody>
            <a:bodyPr lIns="65074" tIns="65074" rIns="65074" bIns="65074" rtlCol="0" anchor="ctr"/>
            <a:lstStyle/>
            <a:p>
              <a:pPr algn="ctr">
                <a:lnSpc>
                  <a:spcPts val="188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38869" y="89984"/>
            <a:ext cx="2157156" cy="2157156"/>
          </a:xfrm>
          <a:custGeom>
            <a:avLst/>
            <a:gdLst/>
            <a:ahLst/>
            <a:cxnLst/>
            <a:rect l="l" t="t" r="r" b="b"/>
            <a:pathLst>
              <a:path w="2157156" h="2157156">
                <a:moveTo>
                  <a:pt x="0" y="0"/>
                </a:moveTo>
                <a:lnTo>
                  <a:pt x="2157156" y="0"/>
                </a:lnTo>
                <a:lnTo>
                  <a:pt x="2157156" y="2157156"/>
                </a:lnTo>
                <a:lnTo>
                  <a:pt x="0" y="2157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612341" y="41637"/>
            <a:ext cx="8203786" cy="112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09"/>
              </a:lnSpc>
            </a:pPr>
            <a:r>
              <a:rPr lang="en-US" sz="6600" dirty="0" smtClean="0">
                <a:solidFill>
                  <a:srgbClr val="FFDE59"/>
                </a:solidFill>
                <a:latin typeface="Alice Bold"/>
              </a:rPr>
              <a:t>IMCCRT-2026</a:t>
            </a:r>
            <a:endParaRPr lang="en-US" sz="6600" dirty="0">
              <a:solidFill>
                <a:srgbClr val="FFDE59"/>
              </a:solidFill>
              <a:latin typeface="Alic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127182" y="9250339"/>
            <a:ext cx="14970318" cy="74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dirty="0" smtClean="0">
                <a:latin typeface="Source Sans Pro Bold"/>
              </a:rPr>
              <a:t>30 September 2026 Exclusively </a:t>
            </a:r>
            <a:r>
              <a:rPr lang="en-US" sz="4399" dirty="0">
                <a:latin typeface="Source Sans Pro Bold"/>
              </a:rPr>
              <a:t>on Research Circle App</a:t>
            </a:r>
          </a:p>
        </p:txBody>
      </p:sp>
    </p:spTree>
    <p:extLst>
      <p:ext uri="{BB962C8B-B14F-4D97-AF65-F5344CB8AC3E}">
        <p14:creationId xmlns:p14="http://schemas.microsoft.com/office/powerpoint/2010/main" val="1856693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90234" y="1688204"/>
            <a:ext cx="12069431" cy="7101091"/>
          </a:xfrm>
          <a:custGeom>
            <a:avLst/>
            <a:gdLst/>
            <a:ahLst/>
            <a:cxnLst/>
            <a:rect l="l" t="t" r="r" b="b"/>
            <a:pathLst>
              <a:path w="12069431" h="7101091">
                <a:moveTo>
                  <a:pt x="0" y="0"/>
                </a:moveTo>
                <a:lnTo>
                  <a:pt x="12069432" y="0"/>
                </a:lnTo>
                <a:lnTo>
                  <a:pt x="12069432" y="7101092"/>
                </a:lnTo>
                <a:lnTo>
                  <a:pt x="0" y="7101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8172" y="1427157"/>
            <a:ext cx="16113554" cy="7623183"/>
            <a:chOff x="0" y="0"/>
            <a:chExt cx="3312996" cy="15673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12996" cy="1567350"/>
            </a:xfrm>
            <a:custGeom>
              <a:avLst/>
              <a:gdLst/>
              <a:ahLst/>
              <a:cxnLst/>
              <a:rect l="l" t="t" r="r" b="b"/>
              <a:pathLst>
                <a:path w="3312996" h="1567350">
                  <a:moveTo>
                    <a:pt x="0" y="0"/>
                  </a:moveTo>
                  <a:lnTo>
                    <a:pt x="3312996" y="0"/>
                  </a:lnTo>
                  <a:lnTo>
                    <a:pt x="3312996" y="1567350"/>
                  </a:lnTo>
                  <a:lnTo>
                    <a:pt x="0" y="1567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312996" cy="1595925"/>
            </a:xfrm>
            <a:prstGeom prst="rect">
              <a:avLst/>
            </a:prstGeom>
          </p:spPr>
          <p:txBody>
            <a:bodyPr lIns="65074" tIns="65074" rIns="65074" bIns="65074" rtlCol="0" anchor="ctr"/>
            <a:lstStyle/>
            <a:p>
              <a:pPr algn="ctr">
                <a:lnSpc>
                  <a:spcPts val="188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38869" y="89984"/>
            <a:ext cx="2157156" cy="2157156"/>
          </a:xfrm>
          <a:custGeom>
            <a:avLst/>
            <a:gdLst/>
            <a:ahLst/>
            <a:cxnLst/>
            <a:rect l="l" t="t" r="r" b="b"/>
            <a:pathLst>
              <a:path w="2157156" h="2157156">
                <a:moveTo>
                  <a:pt x="0" y="0"/>
                </a:moveTo>
                <a:lnTo>
                  <a:pt x="2157156" y="0"/>
                </a:lnTo>
                <a:lnTo>
                  <a:pt x="2157156" y="2157156"/>
                </a:lnTo>
                <a:lnTo>
                  <a:pt x="0" y="2157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612341" y="41637"/>
            <a:ext cx="8203786" cy="112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09"/>
              </a:lnSpc>
            </a:pPr>
            <a:r>
              <a:rPr lang="en-US" sz="6600" dirty="0" smtClean="0">
                <a:solidFill>
                  <a:srgbClr val="FFDE59"/>
                </a:solidFill>
                <a:latin typeface="Alice Bold"/>
              </a:rPr>
              <a:t>IMCCRT-2026</a:t>
            </a:r>
            <a:endParaRPr lang="en-US" sz="6600" dirty="0">
              <a:solidFill>
                <a:srgbClr val="FFDE59"/>
              </a:solidFill>
              <a:latin typeface="Alic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127182" y="9250339"/>
            <a:ext cx="14970318" cy="74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dirty="0" smtClean="0">
                <a:latin typeface="Source Sans Pro Bold"/>
              </a:rPr>
              <a:t>30 September 2026 Exclusively </a:t>
            </a:r>
            <a:r>
              <a:rPr lang="en-US" sz="4399" dirty="0">
                <a:latin typeface="Source Sans Pro Bold"/>
              </a:rPr>
              <a:t>on Research Circle App</a:t>
            </a:r>
          </a:p>
        </p:txBody>
      </p:sp>
    </p:spTree>
    <p:extLst>
      <p:ext uri="{BB962C8B-B14F-4D97-AF65-F5344CB8AC3E}">
        <p14:creationId xmlns:p14="http://schemas.microsoft.com/office/powerpoint/2010/main" val="2980461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90234" y="1688204"/>
            <a:ext cx="12069431" cy="7101091"/>
          </a:xfrm>
          <a:custGeom>
            <a:avLst/>
            <a:gdLst/>
            <a:ahLst/>
            <a:cxnLst/>
            <a:rect l="l" t="t" r="r" b="b"/>
            <a:pathLst>
              <a:path w="12069431" h="7101091">
                <a:moveTo>
                  <a:pt x="0" y="0"/>
                </a:moveTo>
                <a:lnTo>
                  <a:pt x="12069432" y="0"/>
                </a:lnTo>
                <a:lnTo>
                  <a:pt x="12069432" y="7101092"/>
                </a:lnTo>
                <a:lnTo>
                  <a:pt x="0" y="7101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8172" y="1427157"/>
            <a:ext cx="16113554" cy="7623183"/>
            <a:chOff x="0" y="0"/>
            <a:chExt cx="3312996" cy="15673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12996" cy="1567350"/>
            </a:xfrm>
            <a:custGeom>
              <a:avLst/>
              <a:gdLst/>
              <a:ahLst/>
              <a:cxnLst/>
              <a:rect l="l" t="t" r="r" b="b"/>
              <a:pathLst>
                <a:path w="3312996" h="1567350">
                  <a:moveTo>
                    <a:pt x="0" y="0"/>
                  </a:moveTo>
                  <a:lnTo>
                    <a:pt x="3312996" y="0"/>
                  </a:lnTo>
                  <a:lnTo>
                    <a:pt x="3312996" y="1567350"/>
                  </a:lnTo>
                  <a:lnTo>
                    <a:pt x="0" y="1567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312996" cy="1595925"/>
            </a:xfrm>
            <a:prstGeom prst="rect">
              <a:avLst/>
            </a:prstGeom>
          </p:spPr>
          <p:txBody>
            <a:bodyPr lIns="65074" tIns="65074" rIns="65074" bIns="65074" rtlCol="0" anchor="ctr"/>
            <a:lstStyle/>
            <a:p>
              <a:pPr algn="ctr">
                <a:lnSpc>
                  <a:spcPts val="188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38869" y="89984"/>
            <a:ext cx="2157156" cy="2157156"/>
          </a:xfrm>
          <a:custGeom>
            <a:avLst/>
            <a:gdLst/>
            <a:ahLst/>
            <a:cxnLst/>
            <a:rect l="l" t="t" r="r" b="b"/>
            <a:pathLst>
              <a:path w="2157156" h="2157156">
                <a:moveTo>
                  <a:pt x="0" y="0"/>
                </a:moveTo>
                <a:lnTo>
                  <a:pt x="2157156" y="0"/>
                </a:lnTo>
                <a:lnTo>
                  <a:pt x="2157156" y="2157156"/>
                </a:lnTo>
                <a:lnTo>
                  <a:pt x="0" y="2157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612341" y="41637"/>
            <a:ext cx="8203786" cy="112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09"/>
              </a:lnSpc>
            </a:pPr>
            <a:r>
              <a:rPr lang="en-US" sz="6600" dirty="0" smtClean="0">
                <a:solidFill>
                  <a:srgbClr val="FFDE59"/>
                </a:solidFill>
                <a:latin typeface="Alice Bold"/>
              </a:rPr>
              <a:t>IMCCRT-2026</a:t>
            </a:r>
            <a:endParaRPr lang="en-US" sz="6600" dirty="0">
              <a:solidFill>
                <a:srgbClr val="FFDE59"/>
              </a:solidFill>
              <a:latin typeface="Alic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127182" y="9250339"/>
            <a:ext cx="14970318" cy="74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 dirty="0" smtClean="0">
                <a:latin typeface="Source Sans Pro Bold"/>
              </a:rPr>
              <a:t>30 September 2026 Exclusively </a:t>
            </a:r>
            <a:r>
              <a:rPr lang="en-US" sz="4399" dirty="0">
                <a:latin typeface="Source Sans Pro Bold"/>
              </a:rPr>
              <a:t>on Research Circle App</a:t>
            </a:r>
          </a:p>
        </p:txBody>
      </p:sp>
    </p:spTree>
    <p:extLst>
      <p:ext uri="{BB962C8B-B14F-4D97-AF65-F5344CB8AC3E}">
        <p14:creationId xmlns:p14="http://schemas.microsoft.com/office/powerpoint/2010/main" val="2336728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</TotalTime>
  <Words>36</Words>
  <Application>Microsoft Office PowerPoint</Application>
  <PresentationFormat>Custom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Alice Bold</vt:lpstr>
      <vt:lpstr>Source Sans Pro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 CON PPT</dc:title>
  <cp:lastModifiedBy>DELL</cp:lastModifiedBy>
  <cp:revision>5</cp:revision>
  <dcterms:created xsi:type="dcterms:W3CDTF">2006-08-16T00:00:00Z</dcterms:created>
  <dcterms:modified xsi:type="dcterms:W3CDTF">2026-08-25T08:01:16Z</dcterms:modified>
  <dc:identifier>DAF_R4mgghg</dc:identifier>
</cp:coreProperties>
</file>